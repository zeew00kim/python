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FF"/>
    <a:srgbClr val="FF0000"/>
    <a:srgbClr val="BE9B65"/>
    <a:srgbClr val="1758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7BDEAE-006C-4618-B18D-C338D579300D}" v="3" dt="2025-06-04T05:19:06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90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지우 김" userId="5210e3f53758dd47" providerId="LiveId" clId="{C5FA7E16-7816-4685-B256-583A45CB5343}"/>
    <pc:docChg chg="custSel modSld">
      <pc:chgData name="지우 김" userId="5210e3f53758dd47" providerId="LiveId" clId="{C5FA7E16-7816-4685-B256-583A45CB5343}" dt="2025-04-23T05:30:23.581" v="443" actId="478"/>
      <pc:docMkLst>
        <pc:docMk/>
      </pc:docMkLst>
      <pc:sldChg chg="delSp modSp mod">
        <pc:chgData name="지우 김" userId="5210e3f53758dd47" providerId="LiveId" clId="{C5FA7E16-7816-4685-B256-583A45CB5343}" dt="2025-04-23T05:30:23.581" v="443" actId="478"/>
        <pc:sldMkLst>
          <pc:docMk/>
          <pc:sldMk cId="3157810657" sldId="256"/>
        </pc:sldMkLst>
        <pc:spChg chg="mod">
          <ac:chgData name="지우 김" userId="5210e3f53758dd47" providerId="LiveId" clId="{C5FA7E16-7816-4685-B256-583A45CB5343}" dt="2025-04-23T05:13:53.808" v="3" actId="20577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C5FA7E16-7816-4685-B256-583A45CB5343}" dt="2025-04-23T05:13:56.816" v="7" actId="20577"/>
          <ac:spMkLst>
            <pc:docMk/>
            <pc:sldMk cId="3157810657" sldId="256"/>
            <ac:spMk id="3" creationId="{2B357FA5-DE41-3778-4F75-C1D742FF44D1}"/>
          </ac:spMkLst>
        </pc:spChg>
      </pc:sldChg>
      <pc:sldChg chg="addSp delSp modSp mod">
        <pc:chgData name="지우 김" userId="5210e3f53758dd47" providerId="LiveId" clId="{C5FA7E16-7816-4685-B256-583A45CB5343}" dt="2025-04-23T05:22:33.997" v="210" actId="1582"/>
        <pc:sldMkLst>
          <pc:docMk/>
          <pc:sldMk cId="1726016807" sldId="258"/>
        </pc:sldMkLst>
        <pc:spChg chg="mod">
          <ac:chgData name="지우 김" userId="5210e3f53758dd47" providerId="LiveId" clId="{C5FA7E16-7816-4685-B256-583A45CB5343}" dt="2025-04-23T05:14:01.535" v="9" actId="20577"/>
          <ac:spMkLst>
            <pc:docMk/>
            <pc:sldMk cId="1726016807" sldId="258"/>
            <ac:spMk id="2" creationId="{A8E48BCB-E230-597A-8EB5-BA42FFF7EDCD}"/>
          </ac:spMkLst>
        </pc:spChg>
        <pc:spChg chg="mod topLvl">
          <ac:chgData name="지우 김" userId="5210e3f53758dd47" providerId="LiveId" clId="{C5FA7E16-7816-4685-B256-583A45CB5343}" dt="2025-04-23T05:22:21.779" v="207" actId="1076"/>
          <ac:spMkLst>
            <pc:docMk/>
            <pc:sldMk cId="1726016807" sldId="258"/>
            <ac:spMk id="14" creationId="{2A178ED7-B4C7-940D-A5CF-3958C04C084B}"/>
          </ac:spMkLst>
        </pc:spChg>
      </pc:sldChg>
      <pc:sldChg chg="addSp delSp modSp mod">
        <pc:chgData name="지우 김" userId="5210e3f53758dd47" providerId="LiveId" clId="{C5FA7E16-7816-4685-B256-583A45CB5343}" dt="2025-04-23T05:30:01.797" v="442" actId="1076"/>
        <pc:sldMkLst>
          <pc:docMk/>
          <pc:sldMk cId="3366858260" sldId="259"/>
        </pc:sldMkLst>
        <pc:spChg chg="mod">
          <ac:chgData name="지우 김" userId="5210e3f53758dd47" providerId="LiveId" clId="{C5FA7E16-7816-4685-B256-583A45CB5343}" dt="2025-04-23T05:14:04.043" v="11" actId="20577"/>
          <ac:spMkLst>
            <pc:docMk/>
            <pc:sldMk cId="3366858260" sldId="259"/>
            <ac:spMk id="2" creationId="{FDEA9173-1B01-AD65-AB2E-0AD114C194EE}"/>
          </ac:spMkLst>
        </pc:spChg>
      </pc:sldChg>
    </pc:docChg>
  </pc:docChgLst>
  <pc:docChgLst>
    <pc:chgData name="지우 김" userId="5210e3f53758dd47" providerId="LiveId" clId="{865450D3-61BC-462B-9A26-921919A7E92C}"/>
    <pc:docChg chg="undo custSel modSld">
      <pc:chgData name="지우 김" userId="5210e3f53758dd47" providerId="LiveId" clId="{865450D3-61BC-462B-9A26-921919A7E92C}" dt="2025-05-09T15:58:42.655" v="1561" actId="1076"/>
      <pc:docMkLst>
        <pc:docMk/>
      </pc:docMkLst>
      <pc:sldChg chg="modSp mod">
        <pc:chgData name="지우 김" userId="5210e3f53758dd47" providerId="LiveId" clId="{865450D3-61BC-462B-9A26-921919A7E92C}" dt="2025-05-09T15:23:24.932" v="11" actId="20577"/>
        <pc:sldMkLst>
          <pc:docMk/>
          <pc:sldMk cId="3157810657" sldId="256"/>
        </pc:sldMkLst>
        <pc:spChg chg="mod">
          <ac:chgData name="지우 김" userId="5210e3f53758dd47" providerId="LiveId" clId="{865450D3-61BC-462B-9A26-921919A7E92C}" dt="2025-05-09T15:23:22.132" v="7" actId="20577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865450D3-61BC-462B-9A26-921919A7E92C}" dt="2025-05-09T15:23:24.932" v="11" actId="20577"/>
          <ac:spMkLst>
            <pc:docMk/>
            <pc:sldMk cId="3157810657" sldId="256"/>
            <ac:spMk id="3" creationId="{2B357FA5-DE41-3778-4F75-C1D742FF44D1}"/>
          </ac:spMkLst>
        </pc:spChg>
      </pc:sldChg>
      <pc:sldChg chg="addSp delSp modSp mod">
        <pc:chgData name="지우 김" userId="5210e3f53758dd47" providerId="LiveId" clId="{865450D3-61BC-462B-9A26-921919A7E92C}" dt="2025-05-09T15:33:13.748" v="736" actId="20577"/>
        <pc:sldMkLst>
          <pc:docMk/>
          <pc:sldMk cId="1726016807" sldId="258"/>
        </pc:sldMkLst>
        <pc:spChg chg="mod">
          <ac:chgData name="지우 김" userId="5210e3f53758dd47" providerId="LiveId" clId="{865450D3-61BC-462B-9A26-921919A7E92C}" dt="2025-05-09T15:23:32.740" v="15" actId="20577"/>
          <ac:spMkLst>
            <pc:docMk/>
            <pc:sldMk cId="1726016807" sldId="258"/>
            <ac:spMk id="2" creationId="{A8E48BCB-E230-597A-8EB5-BA42FFF7EDCD}"/>
          </ac:spMkLst>
        </pc:spChg>
        <pc:spChg chg="mod">
          <ac:chgData name="지우 김" userId="5210e3f53758dd47" providerId="LiveId" clId="{865450D3-61BC-462B-9A26-921919A7E92C}" dt="2025-05-09T15:28:36.010" v="364" actId="1076"/>
          <ac:spMkLst>
            <pc:docMk/>
            <pc:sldMk cId="1726016807" sldId="258"/>
            <ac:spMk id="14" creationId="{2A178ED7-B4C7-940D-A5CF-3958C04C084B}"/>
          </ac:spMkLst>
        </pc:spChg>
      </pc:sldChg>
      <pc:sldChg chg="addSp delSp modSp mod">
        <pc:chgData name="지우 김" userId="5210e3f53758dd47" providerId="LiveId" clId="{865450D3-61BC-462B-9A26-921919A7E92C}" dt="2025-05-09T15:58:42.655" v="1561" actId="1076"/>
        <pc:sldMkLst>
          <pc:docMk/>
          <pc:sldMk cId="3366858260" sldId="259"/>
        </pc:sldMkLst>
        <pc:spChg chg="mod">
          <ac:chgData name="지우 김" userId="5210e3f53758dd47" providerId="LiveId" clId="{865450D3-61BC-462B-9A26-921919A7E92C}" dt="2025-05-09T15:23:35.363" v="17" actId="20577"/>
          <ac:spMkLst>
            <pc:docMk/>
            <pc:sldMk cId="3366858260" sldId="259"/>
            <ac:spMk id="2" creationId="{FDEA9173-1B01-AD65-AB2E-0AD114C194EE}"/>
          </ac:spMkLst>
        </pc:spChg>
      </pc:sldChg>
    </pc:docChg>
  </pc:docChgLst>
  <pc:docChgLst>
    <pc:chgData name="지우 김" userId="5210e3f53758dd47" providerId="LiveId" clId="{957BDEAE-006C-4618-B18D-C338D579300D}"/>
    <pc:docChg chg="undo custSel modSld">
      <pc:chgData name="지우 김" userId="5210e3f53758dd47" providerId="LiveId" clId="{957BDEAE-006C-4618-B18D-C338D579300D}" dt="2025-06-04T05:19:11.296" v="584" actId="1076"/>
      <pc:docMkLst>
        <pc:docMk/>
      </pc:docMkLst>
      <pc:sldChg chg="addSp delSp modSp mod">
        <pc:chgData name="지우 김" userId="5210e3f53758dd47" providerId="LiveId" clId="{957BDEAE-006C-4618-B18D-C338D579300D}" dt="2025-06-04T05:19:11.296" v="584" actId="1076"/>
        <pc:sldMkLst>
          <pc:docMk/>
          <pc:sldMk cId="3366858260" sldId="259"/>
        </pc:sldMkLst>
        <pc:spChg chg="add mod">
          <ac:chgData name="지우 김" userId="5210e3f53758dd47" providerId="LiveId" clId="{957BDEAE-006C-4618-B18D-C338D579300D}" dt="2025-06-04T05:19:06.010" v="583" actId="164"/>
          <ac:spMkLst>
            <pc:docMk/>
            <pc:sldMk cId="3366858260" sldId="259"/>
            <ac:spMk id="7" creationId="{804AE524-BEB1-A1E3-8ED2-533BC0BC0667}"/>
          </ac:spMkLst>
        </pc:spChg>
        <pc:spChg chg="mod">
          <ac:chgData name="지우 김" userId="5210e3f53758dd47" providerId="LiveId" clId="{957BDEAE-006C-4618-B18D-C338D579300D}" dt="2025-06-04T05:15:21.966" v="286" actId="1076"/>
          <ac:spMkLst>
            <pc:docMk/>
            <pc:sldMk cId="3366858260" sldId="259"/>
            <ac:spMk id="20" creationId="{6FD08299-B8E4-318B-4E13-824E1AA5BCB8}"/>
          </ac:spMkLst>
        </pc:spChg>
        <pc:spChg chg="add mod">
          <ac:chgData name="지우 김" userId="5210e3f53758dd47" providerId="LiveId" clId="{957BDEAE-006C-4618-B18D-C338D579300D}" dt="2025-06-04T05:19:06.010" v="583" actId="164"/>
          <ac:spMkLst>
            <pc:docMk/>
            <pc:sldMk cId="3366858260" sldId="259"/>
            <ac:spMk id="21" creationId="{C8D91D8E-0DB4-78CE-3D04-B9E3DA0361C3}"/>
          </ac:spMkLst>
        </pc:spChg>
        <pc:grpChg chg="add mod">
          <ac:chgData name="지우 김" userId="5210e3f53758dd47" providerId="LiveId" clId="{957BDEAE-006C-4618-B18D-C338D579300D}" dt="2025-06-04T05:19:11.296" v="584" actId="1076"/>
          <ac:grpSpMkLst>
            <pc:docMk/>
            <pc:sldMk cId="3366858260" sldId="259"/>
            <ac:grpSpMk id="22" creationId="{DF17C08F-901F-0C84-1739-F49A21562765}"/>
          </ac:grpSpMkLst>
        </pc:grpChg>
        <pc:picChg chg="del mod">
          <ac:chgData name="지우 김" userId="5210e3f53758dd47" providerId="LiveId" clId="{957BDEAE-006C-4618-B18D-C338D579300D}" dt="2025-06-04T05:17:02.600" v="291" actId="478"/>
          <ac:picMkLst>
            <pc:docMk/>
            <pc:sldMk cId="3366858260" sldId="259"/>
            <ac:picMk id="8" creationId="{81587AC7-D498-B3BC-659A-4D9AE18D3ED6}"/>
          </ac:picMkLst>
        </pc:picChg>
        <pc:picChg chg="add mod">
          <ac:chgData name="지우 김" userId="5210e3f53758dd47" providerId="LiveId" clId="{957BDEAE-006C-4618-B18D-C338D579300D}" dt="2025-06-04T05:19:06.010" v="583" actId="164"/>
          <ac:picMkLst>
            <pc:docMk/>
            <pc:sldMk cId="3366858260" sldId="259"/>
            <ac:picMk id="13" creationId="{47FA560B-85CD-6AC1-6BCE-F44F1207B499}"/>
          </ac:picMkLst>
        </pc:picChg>
        <pc:picChg chg="add mod">
          <ac:chgData name="지우 김" userId="5210e3f53758dd47" providerId="LiveId" clId="{957BDEAE-006C-4618-B18D-C338D579300D}" dt="2025-06-04T05:19:06.010" v="583" actId="164"/>
          <ac:picMkLst>
            <pc:docMk/>
            <pc:sldMk cId="3366858260" sldId="259"/>
            <ac:picMk id="17" creationId="{372F1A6B-B068-80C2-1075-5891FB726A4B}"/>
          </ac:picMkLst>
        </pc:picChg>
      </pc:sldChg>
    </pc:docChg>
  </pc:docChgLst>
  <pc:docChgLst>
    <pc:chgData name="지우 김" userId="5210e3f53758dd47" providerId="LiveId" clId="{ECEDFD1F-037E-48EB-9B39-F72A693A5DC6}"/>
    <pc:docChg chg="undo custSel modSld">
      <pc:chgData name="지우 김" userId="5210e3f53758dd47" providerId="LiveId" clId="{ECEDFD1F-037E-48EB-9B39-F72A693A5DC6}" dt="2025-03-28T00:47:08.494" v="188" actId="478"/>
      <pc:docMkLst>
        <pc:docMk/>
      </pc:docMkLst>
      <pc:sldChg chg="modSp mod">
        <pc:chgData name="지우 김" userId="5210e3f53758dd47" providerId="LiveId" clId="{ECEDFD1F-037E-48EB-9B39-F72A693A5DC6}" dt="2025-03-28T00:46:51.630" v="184" actId="20577"/>
        <pc:sldMkLst>
          <pc:docMk/>
          <pc:sldMk cId="3157810657" sldId="256"/>
        </pc:sldMkLst>
        <pc:spChg chg="mod">
          <ac:chgData name="지우 김" userId="5210e3f53758dd47" providerId="LiveId" clId="{ECEDFD1F-037E-48EB-9B39-F72A693A5DC6}" dt="2025-03-28T00:46:42.757" v="176" actId="20577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ECEDFD1F-037E-48EB-9B39-F72A693A5DC6}" dt="2025-03-28T00:46:51.630" v="184" actId="20577"/>
          <ac:spMkLst>
            <pc:docMk/>
            <pc:sldMk cId="3157810657" sldId="256"/>
            <ac:spMk id="3" creationId="{2B357FA5-DE41-3778-4F75-C1D742FF44D1}"/>
          </ac:spMkLst>
        </pc:spChg>
      </pc:sldChg>
      <pc:sldChg chg="addSp delSp modSp mod">
        <pc:chgData name="지우 김" userId="5210e3f53758dd47" providerId="LiveId" clId="{ECEDFD1F-037E-48EB-9B39-F72A693A5DC6}" dt="2025-03-28T00:46:37.525" v="172" actId="20577"/>
        <pc:sldMkLst>
          <pc:docMk/>
          <pc:sldMk cId="1726016807" sldId="258"/>
        </pc:sldMkLst>
        <pc:spChg chg="mod">
          <ac:chgData name="지우 김" userId="5210e3f53758dd47" providerId="LiveId" clId="{ECEDFD1F-037E-48EB-9B39-F72A693A5DC6}" dt="2025-03-28T00:46:37.525" v="172" actId="20577"/>
          <ac:spMkLst>
            <pc:docMk/>
            <pc:sldMk cId="1726016807" sldId="258"/>
            <ac:spMk id="2" creationId="{A8E48BCB-E230-597A-8EB5-BA42FFF7EDCD}"/>
          </ac:spMkLst>
        </pc:spChg>
      </pc:sldChg>
      <pc:sldChg chg="delSp modSp mod">
        <pc:chgData name="지우 김" userId="5210e3f53758dd47" providerId="LiveId" clId="{ECEDFD1F-037E-48EB-9B39-F72A693A5DC6}" dt="2025-03-28T00:47:08.494" v="188" actId="478"/>
        <pc:sldMkLst>
          <pc:docMk/>
          <pc:sldMk cId="3366858260" sldId="259"/>
        </pc:sldMkLst>
        <pc:spChg chg="mod">
          <ac:chgData name="지우 김" userId="5210e3f53758dd47" providerId="LiveId" clId="{ECEDFD1F-037E-48EB-9B39-F72A693A5DC6}" dt="2025-03-28T00:47:01.339" v="186" actId="20577"/>
          <ac:spMkLst>
            <pc:docMk/>
            <pc:sldMk cId="3366858260" sldId="259"/>
            <ac:spMk id="2" creationId="{FDEA9173-1B01-AD65-AB2E-0AD114C194EE}"/>
          </ac:spMkLst>
        </pc:spChg>
      </pc:sldChg>
    </pc:docChg>
  </pc:docChgLst>
  <pc:docChgLst>
    <pc:chgData name="지우 김" userId="5210e3f53758dd47" providerId="LiveId" clId="{8119D10B-19D6-4C5C-B00B-EF73D8DE2B82}"/>
    <pc:docChg chg="undo custSel addSld modSld">
      <pc:chgData name="지우 김" userId="5210e3f53758dd47" providerId="LiveId" clId="{8119D10B-19D6-4C5C-B00B-EF73D8DE2B82}" dt="2025-05-18T13:05:50.772" v="717" actId="478"/>
      <pc:docMkLst>
        <pc:docMk/>
      </pc:docMkLst>
      <pc:sldChg chg="modSp mod">
        <pc:chgData name="지우 김" userId="5210e3f53758dd47" providerId="LiveId" clId="{8119D10B-19D6-4C5C-B00B-EF73D8DE2B82}" dt="2025-05-18T12:56:07.203" v="13" actId="20577"/>
        <pc:sldMkLst>
          <pc:docMk/>
          <pc:sldMk cId="3157810657" sldId="256"/>
        </pc:sldMkLst>
        <pc:spChg chg="mod">
          <ac:chgData name="지우 김" userId="5210e3f53758dd47" providerId="LiveId" clId="{8119D10B-19D6-4C5C-B00B-EF73D8DE2B82}" dt="2025-05-18T12:56:07.203" v="13" actId="20577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8119D10B-19D6-4C5C-B00B-EF73D8DE2B82}" dt="2025-05-18T12:55:58.651" v="5" actId="20577"/>
          <ac:spMkLst>
            <pc:docMk/>
            <pc:sldMk cId="3157810657" sldId="256"/>
            <ac:spMk id="3" creationId="{2B357FA5-DE41-3778-4F75-C1D742FF44D1}"/>
          </ac:spMkLst>
        </pc:spChg>
      </pc:sldChg>
      <pc:sldChg chg="addSp delSp modSp mod">
        <pc:chgData name="지우 김" userId="5210e3f53758dd47" providerId="LiveId" clId="{8119D10B-19D6-4C5C-B00B-EF73D8DE2B82}" dt="2025-05-18T13:05:50.772" v="717" actId="478"/>
        <pc:sldMkLst>
          <pc:docMk/>
          <pc:sldMk cId="1726016807" sldId="258"/>
        </pc:sldMkLst>
        <pc:spChg chg="mod">
          <ac:chgData name="지우 김" userId="5210e3f53758dd47" providerId="LiveId" clId="{8119D10B-19D6-4C5C-B00B-EF73D8DE2B82}" dt="2025-05-18T12:56:15.632" v="17" actId="20577"/>
          <ac:spMkLst>
            <pc:docMk/>
            <pc:sldMk cId="1726016807" sldId="258"/>
            <ac:spMk id="2" creationId="{A8E48BCB-E230-597A-8EB5-BA42FFF7EDCD}"/>
          </ac:spMkLst>
        </pc:spChg>
        <pc:spChg chg="mod topLvl">
          <ac:chgData name="지우 김" userId="5210e3f53758dd47" providerId="LiveId" clId="{8119D10B-19D6-4C5C-B00B-EF73D8DE2B82}" dt="2025-05-18T13:00:07.253" v="398" actId="27636"/>
          <ac:spMkLst>
            <pc:docMk/>
            <pc:sldMk cId="1726016807" sldId="258"/>
            <ac:spMk id="14" creationId="{2A178ED7-B4C7-940D-A5CF-3958C04C084B}"/>
          </ac:spMkLst>
        </pc:spChg>
      </pc:sldChg>
      <pc:sldChg chg="delSp modSp mod">
        <pc:chgData name="지우 김" userId="5210e3f53758dd47" providerId="LiveId" clId="{8119D10B-19D6-4C5C-B00B-EF73D8DE2B82}" dt="2025-05-18T12:56:31.169" v="31" actId="478"/>
        <pc:sldMkLst>
          <pc:docMk/>
          <pc:sldMk cId="3366858260" sldId="259"/>
        </pc:sldMkLst>
        <pc:spChg chg="mod">
          <ac:chgData name="지우 김" userId="5210e3f53758dd47" providerId="LiveId" clId="{8119D10B-19D6-4C5C-B00B-EF73D8DE2B82}" dt="2025-05-18T12:56:21.592" v="21" actId="20577"/>
          <ac:spMkLst>
            <pc:docMk/>
            <pc:sldMk cId="3366858260" sldId="259"/>
            <ac:spMk id="2" creationId="{FDEA9173-1B01-AD65-AB2E-0AD114C194EE}"/>
          </ac:spMkLst>
        </pc:spChg>
      </pc:sldChg>
      <pc:sldChg chg="delSp modSp add mod">
        <pc:chgData name="지우 김" userId="5210e3f53758dd47" providerId="LiveId" clId="{8119D10B-19D6-4C5C-B00B-EF73D8DE2B82}" dt="2025-05-18T12:56:41.977" v="37" actId="20577"/>
        <pc:sldMkLst>
          <pc:docMk/>
          <pc:sldMk cId="2674629096" sldId="260"/>
        </pc:sldMkLst>
      </pc:sldChg>
    </pc:docChg>
  </pc:docChgLst>
  <pc:docChgLst>
    <pc:chgData name="지우 김" userId="5210e3f53758dd47" providerId="LiveId" clId="{73412B95-ED11-41F4-B43B-4FDBB5D29711}"/>
    <pc:docChg chg="custSel modSld">
      <pc:chgData name="지우 김" userId="5210e3f53758dd47" providerId="LiveId" clId="{73412B95-ED11-41F4-B43B-4FDBB5D29711}" dt="2025-03-24T05:40:51.654" v="139" actId="20577"/>
      <pc:docMkLst>
        <pc:docMk/>
      </pc:docMkLst>
      <pc:sldChg chg="modSp mod">
        <pc:chgData name="지우 김" userId="5210e3f53758dd47" providerId="LiveId" clId="{73412B95-ED11-41F4-B43B-4FDBB5D29711}" dt="2025-03-24T05:40:51.654" v="139" actId="20577"/>
        <pc:sldMkLst>
          <pc:docMk/>
          <pc:sldMk cId="3157810657" sldId="256"/>
        </pc:sldMkLst>
        <pc:spChg chg="mod">
          <ac:chgData name="지우 김" userId="5210e3f53758dd47" providerId="LiveId" clId="{73412B95-ED11-41F4-B43B-4FDBB5D29711}" dt="2025-03-24T05:40:51.654" v="139" actId="20577"/>
          <ac:spMkLst>
            <pc:docMk/>
            <pc:sldMk cId="3157810657" sldId="256"/>
            <ac:spMk id="2" creationId="{BEF0BF4D-ABF5-F447-99A3-D4231FEA6251}"/>
          </ac:spMkLst>
        </pc:spChg>
        <pc:spChg chg="mod">
          <ac:chgData name="지우 김" userId="5210e3f53758dd47" providerId="LiveId" clId="{73412B95-ED11-41F4-B43B-4FDBB5D29711}" dt="2025-03-24T05:40:24.020" v="103" actId="20577"/>
          <ac:spMkLst>
            <pc:docMk/>
            <pc:sldMk cId="3157810657" sldId="256"/>
            <ac:spMk id="3" creationId="{2B357FA5-DE41-3778-4F75-C1D742FF44D1}"/>
          </ac:spMkLst>
        </pc:spChg>
      </pc:sldChg>
    </pc:docChg>
  </pc:docChgLst>
  <pc:docChgLst>
    <pc:chgData name="지우 김" userId="5210e3f53758dd47" providerId="LiveId" clId="{675087F9-B33B-4920-B877-6472392D7591}"/>
    <pc:docChg chg="undo custSel modSld">
      <pc:chgData name="지우 김" userId="5210e3f53758dd47" providerId="LiveId" clId="{675087F9-B33B-4920-B877-6472392D7591}" dt="2025-03-25T23:38:43.635" v="209" actId="20577"/>
      <pc:docMkLst>
        <pc:docMk/>
      </pc:docMkLst>
      <pc:sldChg chg="addSp delSp modSp mod">
        <pc:chgData name="지우 김" userId="5210e3f53758dd47" providerId="LiveId" clId="{675087F9-B33B-4920-B877-6472392D7591}" dt="2025-03-25T23:30:33.661" v="123" actId="339"/>
        <pc:sldMkLst>
          <pc:docMk/>
          <pc:sldMk cId="1726016807" sldId="258"/>
        </pc:sldMkLst>
        <pc:spChg chg="mod">
          <ac:chgData name="지우 김" userId="5210e3f53758dd47" providerId="LiveId" clId="{675087F9-B33B-4920-B877-6472392D7591}" dt="2025-03-25T23:28:22.406" v="22" actId="1076"/>
          <ac:spMkLst>
            <pc:docMk/>
            <pc:sldMk cId="1726016807" sldId="258"/>
            <ac:spMk id="2" creationId="{A8E48BCB-E230-597A-8EB5-BA42FFF7EDCD}"/>
          </ac:spMkLst>
        </pc:spChg>
      </pc:sldChg>
      <pc:sldChg chg="addSp delSp modSp mod">
        <pc:chgData name="지우 김" userId="5210e3f53758dd47" providerId="LiveId" clId="{675087F9-B33B-4920-B877-6472392D7591}" dt="2025-03-25T23:38:43.635" v="209" actId="20577"/>
        <pc:sldMkLst>
          <pc:docMk/>
          <pc:sldMk cId="3366858260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A363C-DB3C-8E0A-B1BF-2DE12BEC4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CD8A0F-725A-39D6-AF13-BEF65E899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E8DB3F-C1F7-F61B-8437-1C159905F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2E9A38-4636-7164-B381-475FD43E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8E83F1-1FD9-C4F5-7343-DF82C76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18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3BC79-64AE-45BF-F7F4-688C32DC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442AAC-1D35-7669-C58E-C4B3B559C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D1D185-8362-6F45-AED8-282BC0430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DE5C04-5F3E-8CE6-A467-1B3496BA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07756D-2A3A-C6B4-81B9-0380B817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352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E2626-8337-E4B8-81AB-335D6E65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EED834-E315-10ED-E949-62CE72683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809C38-6D78-B6A2-C9EE-18CDA51B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5CCD1D-964B-ECA6-BB56-ED610AE6F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9B09D4-EE2B-984C-F431-777BA2E5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00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2B7D5-7467-1321-0F9A-AB5FC81E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6464E1-5E45-618A-90D9-8181CA5DD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AFA45C-C4A7-779E-7E09-4F9C79656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C41A47-6068-2CE8-17F8-54403D8C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FB699A-5678-7693-0D8E-2B763FA16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198036-0E84-5E96-1F43-530C64D78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4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FDE8B-6B86-950E-03C3-815ADA73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D4156B-0D6C-2F96-8B86-5E0B69651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CD5EC5-22F9-A574-BDF7-DC074CD84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729DFB-1BA0-9E07-0C44-3742834B9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280B0D-8072-B218-8167-3AB99B054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8DDBB8-916B-7128-F38F-6BB6212FA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62D2DC-5CC5-FDB1-EA5C-F5DA4A61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BD14CD-EE97-A459-2371-517157F9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31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07105-17A9-2D53-33EB-5DD5FE6DD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1298B6-0266-69A0-73B4-1C813A50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219184-B6A1-6BF2-9D92-01C8EF27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C84C53-0EE4-6306-7306-5FB44CC4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52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C38379-4F90-36C9-344F-098943AC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AFE9F4-14F1-4EE9-A7B7-76B4DB52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66962-D105-70DE-3BD6-F9E23BBE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997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85971-26F8-0CDC-6BF6-880D0D42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51197D-7240-993E-DC39-6961D567D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274954-F48D-8CA2-7BC8-46B1BFEB2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ECF6E9-48E1-F7CF-DEF5-84849AC7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4AAC0C-1C5A-CF30-48CB-44208A988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5D531B-5ADA-677C-08AF-F9414CFF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09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215A2-A688-87FE-9EA3-98382AFD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E4037E-47DF-F515-F052-5FBC949EB5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F899AA-5A7E-5BAD-2253-17D2036A0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07E469-4705-F9D0-26FA-BEB8E073F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C3D155-0C9D-B116-FBE5-1BD6CBF98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06EA4D-FBB9-07B5-BD81-8FFDEE1E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361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2E6CA-BABD-6A24-1ECB-369B5DDC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1D8E2E-F6D0-5FF4-AAC0-22970EE19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B86FE4-3F8A-8A56-AEF8-D52D0C03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8D4B96-486A-0222-4351-CB3F13728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8E4463-AF90-CFD8-0C2B-45427A2A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12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76405D-9872-F92E-B4C8-AAA8D5A56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13F042-FE10-9EEC-40F7-A6C4B7C2E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1378C5-8F43-736D-8B2C-7DBC1A0F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C2D9-2FF6-4DA0-B1C1-BBD1B92D90F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7D4C2A-B8E5-41B8-E3E8-FD874B12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365BB0-81AB-BF4B-4351-A49CF1880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59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79BF9B-AE9F-B62E-DB8A-862FB8D3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EDB34-2791-7E16-74E1-FC770292D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B33918-086C-6E3B-3B72-1AA187EF6D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4C2D9-2FF6-4DA0-B1C1-BBD1B92D90F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309D78-10C4-B392-0FE9-7BDF0EA8F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BAD1F1-C896-C8BB-AFE3-3FB19A5BE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6B57F-4145-474B-B266-76FA8CF8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99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_x146907456">
            <a:extLst>
              <a:ext uri="{FF2B5EF4-FFF2-40B4-BE49-F238E27FC236}">
                <a16:creationId xmlns:a16="http://schemas.microsoft.com/office/drawing/2014/main" id="{AA33C993-C63D-C9A6-7EE6-A485713B0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730" y="2169000"/>
            <a:ext cx="2518537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EF0BF4D-ABF5-F447-99A3-D4231FEA6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360035"/>
          </a:xfrm>
          <a:solidFill>
            <a:schemeClr val="tx2">
              <a:lumMod val="90000"/>
              <a:lumOff val="1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3400" b="1" dirty="0">
                <a:solidFill>
                  <a:schemeClr val="bg1"/>
                </a:solidFill>
              </a:rPr>
              <a:t>25-1 </a:t>
            </a:r>
            <a:r>
              <a:rPr lang="ko-KR" altLang="en-US" sz="3400" b="1" dirty="0">
                <a:solidFill>
                  <a:schemeClr val="bg1"/>
                </a:solidFill>
              </a:rPr>
              <a:t>파이썬 프로그래밍 </a:t>
            </a:r>
            <a:r>
              <a:rPr lang="en-US" altLang="ko-KR" sz="3400" b="1" dirty="0">
                <a:solidFill>
                  <a:schemeClr val="bg1"/>
                </a:solidFill>
              </a:rPr>
              <a:t>1-10</a:t>
            </a:r>
            <a:r>
              <a:rPr lang="ko-KR" altLang="en-US" sz="3400" b="1" dirty="0">
                <a:solidFill>
                  <a:schemeClr val="bg1"/>
                </a:solidFill>
              </a:rPr>
              <a:t>차 과제</a:t>
            </a:r>
            <a:br>
              <a:rPr lang="en-US" altLang="ko-KR" sz="3400" b="1" dirty="0">
                <a:solidFill>
                  <a:schemeClr val="bg1"/>
                </a:solidFill>
              </a:rPr>
            </a:br>
            <a:r>
              <a:rPr lang="en-US" altLang="ko-KR" sz="3400" b="1" dirty="0">
                <a:solidFill>
                  <a:schemeClr val="bg1"/>
                </a:solidFill>
              </a:rPr>
              <a:t>(12</a:t>
            </a:r>
            <a:r>
              <a:rPr lang="ko-KR" altLang="en-US" sz="3400" b="1" dirty="0">
                <a:solidFill>
                  <a:schemeClr val="bg1"/>
                </a:solidFill>
              </a:rPr>
              <a:t>장 응용 예제 실습</a:t>
            </a:r>
            <a:r>
              <a:rPr lang="en-US" altLang="ko-KR" sz="3400" b="1" dirty="0">
                <a:solidFill>
                  <a:schemeClr val="bg1"/>
                </a:solidFill>
              </a:rPr>
              <a:t>)</a:t>
            </a:r>
            <a:endParaRPr lang="ko-KR" altLang="en-US" sz="3400" b="1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357FA5-DE41-3778-4F75-C1D742FF4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093867"/>
            <a:ext cx="9144000" cy="1413825"/>
          </a:xfrm>
        </p:spPr>
        <p:txBody>
          <a:bodyPr anchor="ctr">
            <a:normAutofit/>
          </a:bodyPr>
          <a:lstStyle/>
          <a:p>
            <a:r>
              <a:rPr lang="ko-KR" altLang="en-US" sz="2000" b="1" dirty="0"/>
              <a:t>김지우 </a:t>
            </a:r>
            <a:r>
              <a:rPr lang="en-US" altLang="ko-KR" sz="2000" b="1" dirty="0"/>
              <a:t>/ 2022158067</a:t>
            </a:r>
          </a:p>
          <a:p>
            <a:r>
              <a:rPr lang="ko-KR" altLang="en-US" sz="2000" b="1" dirty="0"/>
              <a:t>컴퓨터공학부 소프트웨어전공 </a:t>
            </a:r>
            <a:r>
              <a:rPr lang="en-US" altLang="ko-KR" sz="2000" b="1" dirty="0"/>
              <a:t>4</a:t>
            </a:r>
            <a:r>
              <a:rPr lang="ko-KR" altLang="en-US" sz="2000" b="1" dirty="0"/>
              <a:t>학년</a:t>
            </a:r>
            <a:endParaRPr lang="en-US" altLang="ko-KR" sz="2000" b="1" dirty="0"/>
          </a:p>
          <a:p>
            <a:r>
              <a:rPr lang="en-US" altLang="ko-KR" sz="2000" b="1" dirty="0"/>
              <a:t>2025. 06. 04 (</a:t>
            </a:r>
            <a:r>
              <a:rPr lang="ko-KR" altLang="en-US" sz="2000" b="1" dirty="0"/>
              <a:t>수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5781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529F8-ABBD-6453-C9FD-F2686E02C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AACEDC2-77A7-1EB8-36D6-B414D7834CB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E48BCB-E230-597A-8EB5-BA42FFF7E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119348"/>
            <a:ext cx="5451750" cy="67570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3400" b="1" dirty="0">
                <a:solidFill>
                  <a:schemeClr val="bg1"/>
                </a:solidFill>
              </a:rPr>
              <a:t>1-10</a:t>
            </a:r>
            <a:r>
              <a:rPr lang="ko-KR" altLang="en-US" sz="3400" b="1" dirty="0">
                <a:solidFill>
                  <a:schemeClr val="bg1"/>
                </a:solidFill>
              </a:rPr>
              <a:t>차 과제 수행 결과 </a:t>
            </a:r>
            <a:r>
              <a:rPr lang="en-US" altLang="ko-KR" sz="3400" b="1" dirty="0">
                <a:solidFill>
                  <a:schemeClr val="bg1"/>
                </a:solidFill>
              </a:rPr>
              <a:t>(1/2)</a:t>
            </a:r>
            <a:endParaRPr lang="ko-KR" altLang="en-US" sz="3400" b="1" dirty="0">
              <a:solidFill>
                <a:schemeClr val="bg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7CF2C1F-5617-5C33-BB05-AB11593D0776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1CE1BE66-24C7-B5CB-231C-C733753CEF35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92B747DB-DBD3-8707-077B-D8C37230E813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EAD4FD6-E999-483E-3001-73FCCFF77FDD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42A9F0-2056-D02A-C36D-A2FFA9166CAA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02</a:t>
              </a:r>
            </a:p>
          </p:txBody>
        </p:sp>
      </p:grpSp>
      <p:sp>
        <p:nvSpPr>
          <p:cNvPr id="14" name="제목 1">
            <a:extLst>
              <a:ext uri="{FF2B5EF4-FFF2-40B4-BE49-F238E27FC236}">
                <a16:creationId xmlns:a16="http://schemas.microsoft.com/office/drawing/2014/main" id="{2A178ED7-B4C7-940D-A5CF-3958C04C084B}"/>
              </a:ext>
            </a:extLst>
          </p:cNvPr>
          <p:cNvSpPr txBox="1">
            <a:spLocks/>
          </p:cNvSpPr>
          <p:nvPr/>
        </p:nvSpPr>
        <p:spPr>
          <a:xfrm>
            <a:off x="703412" y="1379034"/>
            <a:ext cx="4992978" cy="334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400" b="1" dirty="0" err="1"/>
              <a:t>tkinter</a:t>
            </a:r>
            <a:r>
              <a:rPr lang="en-US" altLang="ko-KR" sz="1400" b="1" dirty="0"/>
              <a:t> GUI</a:t>
            </a:r>
            <a:r>
              <a:rPr lang="ko-KR" altLang="en-US" sz="1400" b="1" dirty="0"/>
              <a:t> 기반 </a:t>
            </a:r>
            <a:r>
              <a:rPr lang="ko-KR" altLang="en-US" sz="1400" b="1" dirty="0" err="1"/>
              <a:t>멀티스레드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프로그래스바</a:t>
            </a:r>
            <a:r>
              <a:rPr lang="ko-KR" altLang="en-US" sz="1400" b="1" dirty="0"/>
              <a:t> 구현 프로그램</a:t>
            </a:r>
            <a:endParaRPr lang="en-US" altLang="ko-KR" sz="14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0208D1E-AE93-D91D-3B7A-E97E33BDC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46" y="1755793"/>
            <a:ext cx="4992978" cy="468000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CCFCB05-2FAC-D50F-1F87-94F8977EE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598" y="2835907"/>
            <a:ext cx="2671566" cy="251977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D23E8AA-CE59-9574-A8CD-EB7206D20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8304" y="4057986"/>
            <a:ext cx="2459429" cy="128933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FB2B8461-8197-13D6-7E0B-DDF6092EF424}"/>
              </a:ext>
            </a:extLst>
          </p:cNvPr>
          <p:cNvSpPr txBox="1">
            <a:spLocks/>
          </p:cNvSpPr>
          <p:nvPr/>
        </p:nvSpPr>
        <p:spPr>
          <a:xfrm>
            <a:off x="6001931" y="2165780"/>
            <a:ext cx="2828802" cy="640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100" b="1" dirty="0"/>
              <a:t>시작 버튼 클릭 시 각 스레드의</a:t>
            </a:r>
            <a:br>
              <a:rPr lang="en-US" altLang="ko-KR" sz="1100" b="1" dirty="0"/>
            </a:br>
            <a:r>
              <a:rPr lang="ko-KR" altLang="en-US" sz="1100" b="1" dirty="0"/>
              <a:t>진행 결과를 </a:t>
            </a:r>
            <a:r>
              <a:rPr lang="en-US" altLang="ko-KR" sz="1100" b="1" dirty="0"/>
              <a:t>GUI</a:t>
            </a:r>
            <a:r>
              <a:rPr lang="ko-KR" altLang="en-US" sz="1100" b="1" dirty="0"/>
              <a:t>로 확인 가능</a:t>
            </a:r>
            <a:endParaRPr lang="en-US" altLang="ko-KR" sz="1100" b="1" dirty="0"/>
          </a:p>
        </p:txBody>
      </p:sp>
      <p:sp>
        <p:nvSpPr>
          <p:cNvPr id="27" name="제목 1">
            <a:extLst>
              <a:ext uri="{FF2B5EF4-FFF2-40B4-BE49-F238E27FC236}">
                <a16:creationId xmlns:a16="http://schemas.microsoft.com/office/drawing/2014/main" id="{CA69EAB9-6559-76B9-1717-6B3730CFE5C8}"/>
              </a:ext>
            </a:extLst>
          </p:cNvPr>
          <p:cNvSpPr txBox="1">
            <a:spLocks/>
          </p:cNvSpPr>
          <p:nvPr/>
        </p:nvSpPr>
        <p:spPr>
          <a:xfrm>
            <a:off x="8973731" y="3467803"/>
            <a:ext cx="2303869" cy="4939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100" b="1" dirty="0"/>
              <a:t>메인 스레드를 포함한 총 </a:t>
            </a:r>
            <a:r>
              <a:rPr lang="en-US" altLang="ko-KR" sz="1100" b="1" dirty="0"/>
              <a:t>4</a:t>
            </a:r>
            <a:r>
              <a:rPr lang="ko-KR" altLang="en-US" sz="1100" b="1" dirty="0"/>
              <a:t>개의 </a:t>
            </a:r>
            <a:endParaRPr lang="en-US" altLang="ko-KR" sz="1100" b="1" dirty="0"/>
          </a:p>
          <a:p>
            <a:pPr>
              <a:lnSpc>
                <a:spcPct val="130000"/>
              </a:lnSpc>
            </a:pPr>
            <a:r>
              <a:rPr lang="ko-KR" altLang="en-US" sz="1100" b="1" dirty="0"/>
              <a:t>스레드가 병렬로 실행 중인 상태</a:t>
            </a:r>
            <a:endParaRPr lang="en-US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1726016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1D475-0F76-7849-16DA-0F768517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9141F20-78AC-2701-57FE-4806F5254A4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DEA9173-1B01-AD65-AB2E-0AD114C1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119348"/>
            <a:ext cx="5451750" cy="67570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3400" b="1" dirty="0">
                <a:solidFill>
                  <a:schemeClr val="bg1"/>
                </a:solidFill>
              </a:rPr>
              <a:t>1-10</a:t>
            </a:r>
            <a:r>
              <a:rPr lang="ko-KR" altLang="en-US" sz="3400" b="1" dirty="0">
                <a:solidFill>
                  <a:schemeClr val="bg1"/>
                </a:solidFill>
              </a:rPr>
              <a:t>차 과제 수행 결과 </a:t>
            </a:r>
            <a:r>
              <a:rPr lang="en-US" altLang="ko-KR" sz="3400" b="1" dirty="0">
                <a:solidFill>
                  <a:schemeClr val="bg1"/>
                </a:solidFill>
              </a:rPr>
              <a:t>(2/2)</a:t>
            </a:r>
            <a:endParaRPr lang="ko-KR" altLang="en-US" sz="3400" b="1" dirty="0">
              <a:solidFill>
                <a:schemeClr val="bg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FF8D1AA-7A85-CF8A-DE1F-7CDED2A2A8D4}"/>
              </a:ext>
            </a:extLst>
          </p:cNvPr>
          <p:cNvGrpSpPr/>
          <p:nvPr/>
        </p:nvGrpSpPr>
        <p:grpSpPr>
          <a:xfrm>
            <a:off x="0" y="6620041"/>
            <a:ext cx="12192000" cy="254484"/>
            <a:chOff x="0" y="6620041"/>
            <a:chExt cx="12192000" cy="25448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9F9DD90A-DCC3-0C00-1C71-F602E42A6C86}"/>
                </a:ext>
              </a:extLst>
            </p:cNvPr>
            <p:cNvGrpSpPr/>
            <p:nvPr/>
          </p:nvGrpSpPr>
          <p:grpSpPr>
            <a:xfrm>
              <a:off x="0" y="6620041"/>
              <a:ext cx="12192000" cy="246221"/>
              <a:chOff x="0" y="6620041"/>
              <a:chExt cx="12192000" cy="246221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C4626C81-52CD-9251-C2BC-5512159187C1}"/>
                  </a:ext>
                </a:extLst>
              </p:cNvPr>
              <p:cNvSpPr/>
              <p:nvPr/>
            </p:nvSpPr>
            <p:spPr>
              <a:xfrm>
                <a:off x="0" y="6628304"/>
                <a:ext cx="12192000" cy="22969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04849A-2FF2-5560-55F2-F4EA33158F3C}"/>
                  </a:ext>
                </a:extLst>
              </p:cNvPr>
              <p:cNvSpPr txBox="1"/>
              <p:nvPr/>
            </p:nvSpPr>
            <p:spPr>
              <a:xfrm>
                <a:off x="0" y="6620041"/>
                <a:ext cx="1948688" cy="246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한국공학대학교 컴퓨터공학부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82F06F-EAF2-87D5-C4F1-DB722596EE34}"/>
                </a:ext>
              </a:extLst>
            </p:cNvPr>
            <p:cNvSpPr txBox="1"/>
            <p:nvPr/>
          </p:nvSpPr>
          <p:spPr>
            <a:xfrm>
              <a:off x="11497733" y="6628304"/>
              <a:ext cx="694267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Page 03</a:t>
              </a: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E3B5A5C5-F4C7-5C7C-0986-E4ECF2A38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32" y="1286332"/>
            <a:ext cx="3146135" cy="28657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B291A03-CDC8-73AC-E78D-D2316D8A1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32" y="4139758"/>
            <a:ext cx="3146136" cy="236093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D0F1B90-E231-5E57-93D8-F2D5647C1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667" y="1286332"/>
            <a:ext cx="2357803" cy="258393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261D56B-8733-1B2F-F39C-E9A7ED798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5667" y="3870267"/>
            <a:ext cx="2357802" cy="2630427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6E84EF-42DA-990C-3972-057BD8C7AF65}"/>
              </a:ext>
            </a:extLst>
          </p:cNvPr>
          <p:cNvSpPr/>
          <p:nvPr/>
        </p:nvSpPr>
        <p:spPr>
          <a:xfrm>
            <a:off x="499532" y="1286332"/>
            <a:ext cx="5503937" cy="52143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FD08299-B8E4-318B-4E13-824E1AA5BCB8}"/>
              </a:ext>
            </a:extLst>
          </p:cNvPr>
          <p:cNvSpPr txBox="1">
            <a:spLocks/>
          </p:cNvSpPr>
          <p:nvPr/>
        </p:nvSpPr>
        <p:spPr>
          <a:xfrm>
            <a:off x="6096000" y="1205554"/>
            <a:ext cx="2973982" cy="5990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200" b="1" dirty="0" err="1"/>
              <a:t>tkinter</a:t>
            </a:r>
            <a:r>
              <a:rPr lang="en-US" altLang="ko-KR" sz="1200" b="1" dirty="0"/>
              <a:t> GUI</a:t>
            </a:r>
            <a:r>
              <a:rPr lang="ko-KR" altLang="en-US" sz="1200" b="1" dirty="0"/>
              <a:t> 마우스 및 키보드 </a:t>
            </a:r>
            <a:br>
              <a:rPr lang="en-US" altLang="ko-KR" sz="1200" b="1" dirty="0"/>
            </a:br>
            <a:r>
              <a:rPr lang="ko-KR" altLang="en-US" sz="1200" b="1" dirty="0"/>
              <a:t>이벤트를 활용한 도형 그리기 프로그램</a:t>
            </a:r>
            <a:endParaRPr lang="en-US" altLang="ko-KR" sz="1200" b="1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F17C08F-901F-0C84-1739-F49A21562765}"/>
              </a:ext>
            </a:extLst>
          </p:cNvPr>
          <p:cNvGrpSpPr/>
          <p:nvPr/>
        </p:nvGrpSpPr>
        <p:grpSpPr>
          <a:xfrm>
            <a:off x="6430686" y="2719194"/>
            <a:ext cx="5261782" cy="3228809"/>
            <a:chOff x="6421423" y="3167580"/>
            <a:chExt cx="5261782" cy="3228809"/>
          </a:xfrm>
        </p:grpSpPr>
        <p:sp>
          <p:nvSpPr>
            <p:cNvPr id="7" name="제목 1">
              <a:extLst>
                <a:ext uri="{FF2B5EF4-FFF2-40B4-BE49-F238E27FC236}">
                  <a16:creationId xmlns:a16="http://schemas.microsoft.com/office/drawing/2014/main" id="{804AE524-BEB1-A1E3-8ED2-533BC0BC0667}"/>
                </a:ext>
              </a:extLst>
            </p:cNvPr>
            <p:cNvSpPr txBox="1">
              <a:spLocks/>
            </p:cNvSpPr>
            <p:nvPr/>
          </p:nvSpPr>
          <p:spPr>
            <a:xfrm>
              <a:off x="6421423" y="3374331"/>
              <a:ext cx="2387868" cy="31943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30000"/>
                </a:lnSpc>
              </a:pPr>
              <a:r>
                <a:rPr lang="ko-KR" altLang="en-US" sz="1200" b="1" dirty="0"/>
                <a:t>마우스 드래그를 통해 그린 도형</a:t>
              </a:r>
              <a:endParaRPr lang="en-US" altLang="ko-KR" sz="1200" b="1" dirty="0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7FA560B-85CD-6AC1-6BCE-F44F1207B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21423" y="3765961"/>
              <a:ext cx="2387868" cy="2630428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372F1A6B-B068-80C2-1075-5891FB726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27244" y="3765961"/>
              <a:ext cx="2382478" cy="2630428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sp>
          <p:nvSpPr>
            <p:cNvPr id="21" name="제목 1">
              <a:extLst>
                <a:ext uri="{FF2B5EF4-FFF2-40B4-BE49-F238E27FC236}">
                  <a16:creationId xmlns:a16="http://schemas.microsoft.com/office/drawing/2014/main" id="{C8D91D8E-0DB4-78CE-3D04-B9E3DA0361C3}"/>
                </a:ext>
              </a:extLst>
            </p:cNvPr>
            <p:cNvSpPr txBox="1">
              <a:spLocks/>
            </p:cNvSpPr>
            <p:nvPr/>
          </p:nvSpPr>
          <p:spPr>
            <a:xfrm>
              <a:off x="9149604" y="3167580"/>
              <a:ext cx="2533601" cy="50485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30000"/>
                </a:lnSpc>
              </a:pPr>
              <a:r>
                <a:rPr lang="en-US" altLang="ko-KR" sz="1200" b="1" dirty="0"/>
                <a:t>backspace </a:t>
              </a:r>
              <a:r>
                <a:rPr lang="ko-KR" altLang="en-US" sz="1200" b="1" dirty="0"/>
                <a:t>키를 사용해 </a:t>
              </a:r>
              <a:br>
                <a:rPr lang="en-US" altLang="ko-KR" sz="1200" b="1" dirty="0"/>
              </a:br>
              <a:r>
                <a:rPr lang="ko-KR" altLang="en-US" sz="1200" b="1" dirty="0"/>
                <a:t>이전에 그린 도형들을 지운 결과</a:t>
              </a:r>
              <a:endParaRPr lang="en-US" altLang="ko-KR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66858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109</Words>
  <Application>Microsoft Office PowerPoint</Application>
  <PresentationFormat>와이드스크린</PresentationFormat>
  <Paragraphs>17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HY헤드라인M</vt:lpstr>
      <vt:lpstr>맑은 고딕</vt:lpstr>
      <vt:lpstr>Arial</vt:lpstr>
      <vt:lpstr>Office 테마</vt:lpstr>
      <vt:lpstr>25-1 파이썬 프로그래밍 1-10차 과제 (12장 응용 예제 실습)</vt:lpstr>
      <vt:lpstr>1-10차 과제 수행 결과 (1/2)</vt:lpstr>
      <vt:lpstr>1-10차 과제 수행 결과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김지우(2022158067)</dc:creator>
  <cp:lastModifiedBy>지우 김</cp:lastModifiedBy>
  <cp:revision>81</cp:revision>
  <dcterms:created xsi:type="dcterms:W3CDTF">2024-10-09T18:01:32Z</dcterms:created>
  <dcterms:modified xsi:type="dcterms:W3CDTF">2025-06-04T05:19:11Z</dcterms:modified>
</cp:coreProperties>
</file>