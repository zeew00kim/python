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407" r:id="rId2"/>
    <p:sldId id="269" r:id="rId3"/>
    <p:sldId id="394" r:id="rId4"/>
    <p:sldId id="393" r:id="rId5"/>
    <p:sldId id="395" r:id="rId6"/>
    <p:sldId id="398" r:id="rId7"/>
    <p:sldId id="403" r:id="rId8"/>
    <p:sldId id="397" r:id="rId9"/>
    <p:sldId id="404" r:id="rId10"/>
    <p:sldId id="405" r:id="rId11"/>
    <p:sldId id="406" r:id="rId12"/>
    <p:sldId id="399" r:id="rId13"/>
    <p:sldId id="40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758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872134-BDC0-4F0B-939C-39663BFB449C}" v="615" dt="2025-06-04T14:12:36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우 김" userId="5210e3f53758dd47" providerId="LiveId" clId="{ECEDFD1F-037E-48EB-9B39-F72A693A5DC6}"/>
    <pc:docChg chg="undo custSel modSld">
      <pc:chgData name="지우 김" userId="5210e3f53758dd47" providerId="LiveId" clId="{ECEDFD1F-037E-48EB-9B39-F72A693A5DC6}" dt="2025-03-28T00:47:08.494" v="188" actId="478"/>
      <pc:docMkLst>
        <pc:docMk/>
      </pc:docMkLst>
      <pc:sldChg chg="modSp mod">
        <pc:chgData name="지우 김" userId="5210e3f53758dd47" providerId="LiveId" clId="{ECEDFD1F-037E-48EB-9B39-F72A693A5DC6}" dt="2025-03-28T00:46:51.630" v="184" actId="20577"/>
        <pc:sldMkLst>
          <pc:docMk/>
          <pc:sldMk cId="3157810657" sldId="256"/>
        </pc:sldMkLst>
        <pc:spChg chg="mod">
          <ac:chgData name="지우 김" userId="5210e3f53758dd47" providerId="LiveId" clId="{ECEDFD1F-037E-48EB-9B39-F72A693A5DC6}" dt="2025-03-28T00:46:42.757" v="176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ECEDFD1F-037E-48EB-9B39-F72A693A5DC6}" dt="2025-03-28T00:46:51.630" v="184" actId="20577"/>
          <ac:spMkLst>
            <pc:docMk/>
            <pc:sldMk cId="3157810657" sldId="256"/>
            <ac:spMk id="3" creationId="{2B357FA5-DE41-3778-4F75-C1D742FF44D1}"/>
          </ac:spMkLst>
        </pc:spChg>
      </pc:sldChg>
      <pc:sldChg chg="addSp delSp modSp mod">
        <pc:chgData name="지우 김" userId="5210e3f53758dd47" providerId="LiveId" clId="{ECEDFD1F-037E-48EB-9B39-F72A693A5DC6}" dt="2025-03-28T00:46:37.525" v="172" actId="20577"/>
        <pc:sldMkLst>
          <pc:docMk/>
          <pc:sldMk cId="1726016807" sldId="258"/>
        </pc:sldMkLst>
      </pc:sldChg>
      <pc:sldChg chg="delSp modSp mod">
        <pc:chgData name="지우 김" userId="5210e3f53758dd47" providerId="LiveId" clId="{ECEDFD1F-037E-48EB-9B39-F72A693A5DC6}" dt="2025-03-28T00:47:08.494" v="188" actId="478"/>
        <pc:sldMkLst>
          <pc:docMk/>
          <pc:sldMk cId="3366858260" sldId="259"/>
        </pc:sldMkLst>
      </pc:sldChg>
    </pc:docChg>
  </pc:docChgLst>
  <pc:docChgLst>
    <pc:chgData name="지우 김" userId="5210e3f53758dd47" providerId="LiveId" clId="{73412B95-ED11-41F4-B43B-4FDBB5D29711}"/>
    <pc:docChg chg="custSel modSld">
      <pc:chgData name="지우 김" userId="5210e3f53758dd47" providerId="LiveId" clId="{73412B95-ED11-41F4-B43B-4FDBB5D29711}" dt="2025-03-24T05:40:51.654" v="139" actId="20577"/>
      <pc:docMkLst>
        <pc:docMk/>
      </pc:docMkLst>
      <pc:sldChg chg="modSp mod">
        <pc:chgData name="지우 김" userId="5210e3f53758dd47" providerId="LiveId" clId="{73412B95-ED11-41F4-B43B-4FDBB5D29711}" dt="2025-03-24T05:40:51.654" v="139" actId="20577"/>
        <pc:sldMkLst>
          <pc:docMk/>
          <pc:sldMk cId="3157810657" sldId="256"/>
        </pc:sldMkLst>
        <pc:spChg chg="mod">
          <ac:chgData name="지우 김" userId="5210e3f53758dd47" providerId="LiveId" clId="{73412B95-ED11-41F4-B43B-4FDBB5D29711}" dt="2025-03-24T05:40:51.654" v="139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73412B95-ED11-41F4-B43B-4FDBB5D29711}" dt="2025-03-24T05:40:24.020" v="103" actId="20577"/>
          <ac:spMkLst>
            <pc:docMk/>
            <pc:sldMk cId="3157810657" sldId="256"/>
            <ac:spMk id="3" creationId="{2B357FA5-DE41-3778-4F75-C1D742FF44D1}"/>
          </ac:spMkLst>
        </pc:spChg>
      </pc:sldChg>
    </pc:docChg>
  </pc:docChgLst>
  <pc:docChgLst>
    <pc:chgData name="지우 김" userId="5210e3f53758dd47" providerId="LiveId" clId="{29091807-B775-462C-A7D7-AA98FDBC1735}"/>
    <pc:docChg chg="undo custSel addSld delSld modSld">
      <pc:chgData name="지우 김" userId="5210e3f53758dd47" providerId="LiveId" clId="{29091807-B775-462C-A7D7-AA98FDBC1735}" dt="2025-04-21T06:51:53.430" v="5992" actId="1076"/>
      <pc:docMkLst>
        <pc:docMk/>
      </pc:docMkLst>
      <pc:sldChg chg="modSp mod">
        <pc:chgData name="지우 김" userId="5210e3f53758dd47" providerId="LiveId" clId="{29091807-B775-462C-A7D7-AA98FDBC1735}" dt="2025-04-21T04:23:09.362" v="65" actId="20577"/>
        <pc:sldMkLst>
          <pc:docMk/>
          <pc:sldMk cId="3157810657" sldId="256"/>
        </pc:sldMkLst>
        <pc:spChg chg="mod">
          <ac:chgData name="지우 김" userId="5210e3f53758dd47" providerId="LiveId" clId="{29091807-B775-462C-A7D7-AA98FDBC1735}" dt="2025-04-21T04:23:01.140" v="52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29091807-B775-462C-A7D7-AA98FDBC1735}" dt="2025-04-21T04:23:09.362" v="65" actId="20577"/>
          <ac:spMkLst>
            <pc:docMk/>
            <pc:sldMk cId="3157810657" sldId="256"/>
            <ac:spMk id="3" creationId="{2B357FA5-DE41-3778-4F75-C1D742FF44D1}"/>
          </ac:spMkLst>
        </pc:spChg>
      </pc:sldChg>
      <pc:sldChg chg="delSp modSp del mod">
        <pc:chgData name="지우 김" userId="5210e3f53758dd47" providerId="LiveId" clId="{29091807-B775-462C-A7D7-AA98FDBC1735}" dt="2025-04-21T04:37:09.818" v="447" actId="47"/>
        <pc:sldMkLst>
          <pc:docMk/>
          <pc:sldMk cId="1726016807" sldId="258"/>
        </pc:sldMkLst>
      </pc:sldChg>
      <pc:sldChg chg="add del">
        <pc:chgData name="지우 김" userId="5210e3f53758dd47" providerId="LiveId" clId="{29091807-B775-462C-A7D7-AA98FDBC1735}" dt="2025-04-21T04:46:36.629" v="565" actId="47"/>
        <pc:sldMkLst>
          <pc:docMk/>
          <pc:sldMk cId="3366858260" sldId="259"/>
        </pc:sldMkLst>
      </pc:sldChg>
      <pc:sldChg chg="new del">
        <pc:chgData name="지우 김" userId="5210e3f53758dd47" providerId="LiveId" clId="{29091807-B775-462C-A7D7-AA98FDBC1735}" dt="2025-04-21T04:27:37.547" v="130" actId="47"/>
        <pc:sldMkLst>
          <pc:docMk/>
          <pc:sldMk cId="3247937741" sldId="260"/>
        </pc:sldMkLst>
      </pc:sldChg>
      <pc:sldChg chg="addSp delSp modSp add mod setBg">
        <pc:chgData name="지우 김" userId="5210e3f53758dd47" providerId="LiveId" clId="{29091807-B775-462C-A7D7-AA98FDBC1735}" dt="2025-04-21T06:27:54.125" v="4453" actId="255"/>
        <pc:sldMkLst>
          <pc:docMk/>
          <pc:sldMk cId="3562614747" sldId="269"/>
        </pc:sldMkLst>
        <pc:spChg chg="mod">
          <ac:chgData name="지우 김" userId="5210e3f53758dd47" providerId="LiveId" clId="{29091807-B775-462C-A7D7-AA98FDBC1735}" dt="2025-04-21T04:35:22.962" v="441" actId="255"/>
          <ac:spMkLst>
            <pc:docMk/>
            <pc:sldMk cId="3562614747" sldId="269"/>
            <ac:spMk id="16" creationId="{8FF01709-304B-F320-ED90-11E7FD0BAD01}"/>
          </ac:spMkLst>
        </pc:spChg>
        <pc:spChg chg="mod">
          <ac:chgData name="지우 김" userId="5210e3f53758dd47" providerId="LiveId" clId="{29091807-B775-462C-A7D7-AA98FDBC1735}" dt="2025-04-21T04:29:50.226" v="224" actId="255"/>
          <ac:spMkLst>
            <pc:docMk/>
            <pc:sldMk cId="3562614747" sldId="269"/>
            <ac:spMk id="19" creationId="{4F542729-95D2-7DE6-454E-F20BA8A31D84}"/>
          </ac:spMkLst>
        </pc:spChg>
        <pc:spChg chg="mod">
          <ac:chgData name="지우 김" userId="5210e3f53758dd47" providerId="LiveId" clId="{29091807-B775-462C-A7D7-AA98FDBC1735}" dt="2025-04-21T04:35:28.537" v="442" actId="255"/>
          <ac:spMkLst>
            <pc:docMk/>
            <pc:sldMk cId="3562614747" sldId="269"/>
            <ac:spMk id="75" creationId="{0CF9E700-144B-4B4C-4519-F0CCE1103D35}"/>
          </ac:spMkLst>
        </pc:spChg>
        <pc:spChg chg="mod">
          <ac:chgData name="지우 김" userId="5210e3f53758dd47" providerId="LiveId" clId="{29091807-B775-462C-A7D7-AA98FDBC1735}" dt="2025-04-21T04:35:14.016" v="439" actId="255"/>
          <ac:spMkLst>
            <pc:docMk/>
            <pc:sldMk cId="3562614747" sldId="269"/>
            <ac:spMk id="76" creationId="{EC40EAD5-8E46-6F9C-5880-E341CFF1D146}"/>
          </ac:spMkLst>
        </pc:spChg>
        <pc:spChg chg="mod">
          <ac:chgData name="지우 김" userId="5210e3f53758dd47" providerId="LiveId" clId="{29091807-B775-462C-A7D7-AA98FDBC1735}" dt="2025-04-21T04:35:34.654" v="445" actId="255"/>
          <ac:spMkLst>
            <pc:docMk/>
            <pc:sldMk cId="3562614747" sldId="269"/>
            <ac:spMk id="85" creationId="{3CD333B0-935C-F50C-1ECE-77E66CB868FC}"/>
          </ac:spMkLst>
        </pc:spChg>
        <pc:spChg chg="mod">
          <ac:chgData name="지우 김" userId="5210e3f53758dd47" providerId="LiveId" clId="{29091807-B775-462C-A7D7-AA98FDBC1735}" dt="2025-04-21T06:27:54.125" v="4453" actId="255"/>
          <ac:spMkLst>
            <pc:docMk/>
            <pc:sldMk cId="3562614747" sldId="269"/>
            <ac:spMk id="86" creationId="{AA2AD330-E95D-8F63-E32E-DDA33E6ED495}"/>
          </ac:spMkLst>
        </pc:spChg>
        <pc:spChg chg="mod">
          <ac:chgData name="지우 김" userId="5210e3f53758dd47" providerId="LiveId" clId="{29091807-B775-462C-A7D7-AA98FDBC1735}" dt="2025-04-21T04:35:39.440" v="446" actId="255"/>
          <ac:spMkLst>
            <pc:docMk/>
            <pc:sldMk cId="3562614747" sldId="269"/>
            <ac:spMk id="90" creationId="{07B6D5BE-4BB2-7566-19BC-30116A0F9DC8}"/>
          </ac:spMkLst>
        </pc:spChg>
        <pc:spChg chg="mod">
          <ac:chgData name="지우 김" userId="5210e3f53758dd47" providerId="LiveId" clId="{29091807-B775-462C-A7D7-AA98FDBC1735}" dt="2025-04-21T06:27:09.492" v="4408" actId="20577"/>
          <ac:spMkLst>
            <pc:docMk/>
            <pc:sldMk cId="3562614747" sldId="269"/>
            <ac:spMk id="91" creationId="{5D9AB447-5F96-EB49-DB92-11249AF922C3}"/>
          </ac:spMkLst>
        </pc:spChg>
      </pc:sldChg>
      <pc:sldChg chg="addSp delSp modSp add del mod setBg">
        <pc:chgData name="지우 김" userId="5210e3f53758dd47" providerId="LiveId" clId="{29091807-B775-462C-A7D7-AA98FDBC1735}" dt="2025-04-21T06:03:24.563" v="2841" actId="1076"/>
        <pc:sldMkLst>
          <pc:docMk/>
          <pc:sldMk cId="1864180067" sldId="393"/>
        </pc:sldMkLst>
        <pc:spChg chg="mod">
          <ac:chgData name="지우 김" userId="5210e3f53758dd47" providerId="LiveId" clId="{29091807-B775-462C-A7D7-AA98FDBC1735}" dt="2025-04-21T04:37:57.820" v="527" actId="20577"/>
          <ac:spMkLst>
            <pc:docMk/>
            <pc:sldMk cId="1864180067" sldId="393"/>
            <ac:spMk id="19" creationId="{80F029CD-309A-B3B0-70E1-440A2503A5F8}"/>
          </ac:spMkLst>
        </pc:spChg>
        <pc:spChg chg="mod">
          <ac:chgData name="지우 김" userId="5210e3f53758dd47" providerId="LiveId" clId="{29091807-B775-462C-A7D7-AA98FDBC1735}" dt="2025-04-21T05:07:39.440" v="2656" actId="20577"/>
          <ac:spMkLst>
            <pc:docMk/>
            <pc:sldMk cId="1864180067" sldId="393"/>
            <ac:spMk id="20" creationId="{51843848-BE5C-4FB3-FA33-A9E0867AA00A}"/>
          </ac:spMkLst>
        </pc:spChg>
        <pc:cxnChg chg="mod">
          <ac:chgData name="지우 김" userId="5210e3f53758dd47" providerId="LiveId" clId="{29091807-B775-462C-A7D7-AA98FDBC1735}" dt="2025-04-21T06:03:10.075" v="2838" actId="1076"/>
          <ac:cxnSpMkLst>
            <pc:docMk/>
            <pc:sldMk cId="1864180067" sldId="393"/>
            <ac:cxnSpMk id="6" creationId="{FF7C9666-50DA-F1CD-8898-2434EDD34110}"/>
          </ac:cxnSpMkLst>
        </pc:cxnChg>
      </pc:sldChg>
      <pc:sldChg chg="addSp delSp modSp add mod setBg">
        <pc:chgData name="지우 김" userId="5210e3f53758dd47" providerId="LiveId" clId="{29091807-B775-462C-A7D7-AA98FDBC1735}" dt="2025-04-21T06:23:56.121" v="4349" actId="20577"/>
        <pc:sldMkLst>
          <pc:docMk/>
          <pc:sldMk cId="3145604767" sldId="394"/>
        </pc:sldMkLst>
        <pc:spChg chg="add mod">
          <ac:chgData name="지우 김" userId="5210e3f53758dd47" providerId="LiveId" clId="{29091807-B775-462C-A7D7-AA98FDBC1735}" dt="2025-04-21T05:06:42.759" v="2650" actId="164"/>
          <ac:spMkLst>
            <pc:docMk/>
            <pc:sldMk cId="3145604767" sldId="394"/>
            <ac:spMk id="3" creationId="{DEC7C2EB-6C11-DDE2-7AD2-F71A4D26AF72}"/>
          </ac:spMkLst>
        </pc:spChg>
        <pc:spChg chg="add mod">
          <ac:chgData name="지우 김" userId="5210e3f53758dd47" providerId="LiveId" clId="{29091807-B775-462C-A7D7-AA98FDBC1735}" dt="2025-04-21T06:23:56.121" v="4349" actId="20577"/>
          <ac:spMkLst>
            <pc:docMk/>
            <pc:sldMk cId="3145604767" sldId="394"/>
            <ac:spMk id="5" creationId="{5DFA6033-8B26-D8EF-0BF0-9D1EA65B7643}"/>
          </ac:spMkLst>
        </pc:spChg>
        <pc:spChg chg="mod">
          <ac:chgData name="지우 김" userId="5210e3f53758dd47" providerId="LiveId" clId="{29091807-B775-462C-A7D7-AA98FDBC1735}" dt="2025-04-21T04:37:27.963" v="493" actId="20577"/>
          <ac:spMkLst>
            <pc:docMk/>
            <pc:sldMk cId="3145604767" sldId="394"/>
            <ac:spMk id="19" creationId="{08207C75-A27C-E04B-26DD-2ABF76174018}"/>
          </ac:spMkLst>
        </pc:spChg>
        <pc:spChg chg="mod">
          <ac:chgData name="지우 김" userId="5210e3f53758dd47" providerId="LiveId" clId="{29091807-B775-462C-A7D7-AA98FDBC1735}" dt="2025-04-21T05:06:42.759" v="2650" actId="164"/>
          <ac:spMkLst>
            <pc:docMk/>
            <pc:sldMk cId="3145604767" sldId="394"/>
            <ac:spMk id="31" creationId="{E1458E84-48F7-29BC-BC09-0F833FE5598E}"/>
          </ac:spMkLst>
        </pc:spChg>
        <pc:grpChg chg="add mod">
          <ac:chgData name="지우 김" userId="5210e3f53758dd47" providerId="LiveId" clId="{29091807-B775-462C-A7D7-AA98FDBC1735}" dt="2025-04-21T05:06:48.036" v="2651" actId="1076"/>
          <ac:grpSpMkLst>
            <pc:docMk/>
            <pc:sldMk cId="3145604767" sldId="394"/>
            <ac:grpSpMk id="6" creationId="{8184122A-3F12-57A4-BC93-148572E1C76F}"/>
          </ac:grpSpMkLst>
        </pc:grpChg>
      </pc:sldChg>
      <pc:sldChg chg="add del">
        <pc:chgData name="지우 김" userId="5210e3f53758dd47" providerId="LiveId" clId="{29091807-B775-462C-A7D7-AA98FDBC1735}" dt="2025-04-21T04:46:13.393" v="531"/>
        <pc:sldMkLst>
          <pc:docMk/>
          <pc:sldMk cId="566984409" sldId="395"/>
        </pc:sldMkLst>
      </pc:sldChg>
      <pc:sldChg chg="new del">
        <pc:chgData name="지우 김" userId="5210e3f53758dd47" providerId="LiveId" clId="{29091807-B775-462C-A7D7-AA98FDBC1735}" dt="2025-04-21T04:37:45.732" v="503" actId="680"/>
        <pc:sldMkLst>
          <pc:docMk/>
          <pc:sldMk cId="2151680325" sldId="395"/>
        </pc:sldMkLst>
      </pc:sldChg>
      <pc:sldChg chg="new del">
        <pc:chgData name="지우 김" userId="5210e3f53758dd47" providerId="LiveId" clId="{29091807-B775-462C-A7D7-AA98FDBC1735}" dt="2025-04-21T04:46:09.985" v="529" actId="47"/>
        <pc:sldMkLst>
          <pc:docMk/>
          <pc:sldMk cId="3085496142" sldId="395"/>
        </pc:sldMkLst>
      </pc:sldChg>
      <pc:sldChg chg="addSp delSp modSp add mod">
        <pc:chgData name="지우 김" userId="5210e3f53758dd47" providerId="LiveId" clId="{29091807-B775-462C-A7D7-AA98FDBC1735}" dt="2025-04-21T06:27:45.845" v="4430" actId="20577"/>
        <pc:sldMkLst>
          <pc:docMk/>
          <pc:sldMk cId="3606852992" sldId="395"/>
        </pc:sldMkLst>
        <pc:spChg chg="mod">
          <ac:chgData name="지우 김" userId="5210e3f53758dd47" providerId="LiveId" clId="{29091807-B775-462C-A7D7-AA98FDBC1735}" dt="2025-04-21T05:07:55.918" v="2662" actId="20577"/>
          <ac:spMkLst>
            <pc:docMk/>
            <pc:sldMk cId="3606852992" sldId="395"/>
            <ac:spMk id="9" creationId="{68D48434-F516-6CAC-8552-B8C0E591E762}"/>
          </ac:spMkLst>
        </pc:spChg>
        <pc:spChg chg="mod">
          <ac:chgData name="지우 김" userId="5210e3f53758dd47" providerId="LiveId" clId="{29091807-B775-462C-A7D7-AA98FDBC1735}" dt="2025-04-21T06:27:45.845" v="4430" actId="20577"/>
          <ac:spMkLst>
            <pc:docMk/>
            <pc:sldMk cId="3606852992" sldId="395"/>
            <ac:spMk id="19" creationId="{C0033908-8905-D615-4186-4D7678F170EE}"/>
          </ac:spMkLst>
        </pc:spChg>
        <pc:spChg chg="mod">
          <ac:chgData name="지우 김" userId="5210e3f53758dd47" providerId="LiveId" clId="{29091807-B775-462C-A7D7-AA98FDBC1735}" dt="2025-04-21T05:08:04.788" v="2666" actId="20577"/>
          <ac:spMkLst>
            <pc:docMk/>
            <pc:sldMk cId="3606852992" sldId="395"/>
            <ac:spMk id="20" creationId="{17333608-BB73-C19C-235D-1A38497037B5}"/>
          </ac:spMkLst>
        </pc:spChg>
      </pc:sldChg>
      <pc:sldChg chg="addSp delSp modSp add mod">
        <pc:chgData name="지우 김" userId="5210e3f53758dd47" providerId="LiveId" clId="{29091807-B775-462C-A7D7-AA98FDBC1735}" dt="2025-04-21T06:51:53.430" v="5992" actId="1076"/>
        <pc:sldMkLst>
          <pc:docMk/>
          <pc:sldMk cId="2920999417" sldId="396"/>
        </pc:sldMkLst>
      </pc:sldChg>
    </pc:docChg>
  </pc:docChgLst>
  <pc:docChgLst>
    <pc:chgData name="지우 김" userId="5210e3f53758dd47" providerId="LiveId" clId="{FF872134-BDC0-4F0B-939C-39663BFB449C}"/>
    <pc:docChg chg="undo custSel addSld delSld modSld">
      <pc:chgData name="지우 김" userId="5210e3f53758dd47" providerId="LiveId" clId="{FF872134-BDC0-4F0B-939C-39663BFB449C}" dt="2025-06-04T14:14:26.615" v="12665" actId="20577"/>
      <pc:docMkLst>
        <pc:docMk/>
      </pc:docMkLst>
      <pc:sldChg chg="delSp modSp mod setBg">
        <pc:chgData name="지우 김" userId="5210e3f53758dd47" providerId="LiveId" clId="{FF872134-BDC0-4F0B-939C-39663BFB449C}" dt="2025-06-04T11:51:11.366" v="6168"/>
        <pc:sldMkLst>
          <pc:docMk/>
          <pc:sldMk cId="3157810657" sldId="256"/>
        </pc:sldMkLst>
        <pc:spChg chg="mod">
          <ac:chgData name="지우 김" userId="5210e3f53758dd47" providerId="LiveId" clId="{FF872134-BDC0-4F0B-939C-39663BFB449C}" dt="2025-06-04T09:44:56.903" v="34" actId="255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FF872134-BDC0-4F0B-939C-39663BFB449C}" dt="2025-06-04T09:44:48.318" v="33" actId="20577"/>
          <ac:spMkLst>
            <pc:docMk/>
            <pc:sldMk cId="3157810657" sldId="256"/>
            <ac:spMk id="3" creationId="{2B357FA5-DE41-3778-4F75-C1D742FF44D1}"/>
          </ac:spMkLst>
        </pc:spChg>
        <pc:spChg chg="topLvl">
          <ac:chgData name="지우 김" userId="5210e3f53758dd47" providerId="LiveId" clId="{FF872134-BDC0-4F0B-939C-39663BFB449C}" dt="2025-06-04T10:15:03.680" v="1250" actId="478"/>
          <ac:spMkLst>
            <pc:docMk/>
            <pc:sldMk cId="3157810657" sldId="256"/>
            <ac:spMk id="7" creationId="{0B73D2A2-471E-CAF1-4DA8-A1F757254CF2}"/>
          </ac:spMkLst>
        </pc:spChg>
        <pc:spChg chg="del topLvl">
          <ac:chgData name="지우 김" userId="5210e3f53758dd47" providerId="LiveId" clId="{FF872134-BDC0-4F0B-939C-39663BFB449C}" dt="2025-06-04T10:15:03.680" v="1250" actId="478"/>
          <ac:spMkLst>
            <pc:docMk/>
            <pc:sldMk cId="3157810657" sldId="256"/>
            <ac:spMk id="9" creationId="{9E16CB66-869E-96BE-4B29-5E1C94ABE4BD}"/>
          </ac:spMkLst>
        </pc:spChg>
        <pc:grpChg chg="del">
          <ac:chgData name="지우 김" userId="5210e3f53758dd47" providerId="LiveId" clId="{FF872134-BDC0-4F0B-939C-39663BFB449C}" dt="2025-06-04T10:15:03.680" v="1250" actId="478"/>
          <ac:grpSpMkLst>
            <pc:docMk/>
            <pc:sldMk cId="3157810657" sldId="256"/>
            <ac:grpSpMk id="5" creationId="{6E143243-D199-83B1-77BA-484EC3211F27}"/>
          </ac:grpSpMkLst>
        </pc:grpChg>
      </pc:sldChg>
      <pc:sldChg chg="delSp modSp mod setBg">
        <pc:chgData name="지우 김" userId="5210e3f53758dd47" providerId="LiveId" clId="{FF872134-BDC0-4F0B-939C-39663BFB449C}" dt="2025-06-04T11:54:52.006" v="6395" actId="1582"/>
        <pc:sldMkLst>
          <pc:docMk/>
          <pc:sldMk cId="3562614747" sldId="269"/>
        </pc:sldMkLst>
        <pc:spChg chg="mod">
          <ac:chgData name="지우 김" userId="5210e3f53758dd47" providerId="LiveId" clId="{FF872134-BDC0-4F0B-939C-39663BFB449C}" dt="2025-06-04T11:53:56.806" v="6293" actId="207"/>
          <ac:spMkLst>
            <pc:docMk/>
            <pc:sldMk cId="3562614747" sldId="269"/>
            <ac:spMk id="9" creationId="{ED66EAA5-49D4-3FDF-FDEE-FD0FD27413A4}"/>
          </ac:spMkLst>
        </pc:spChg>
        <pc:spChg chg="mod">
          <ac:chgData name="지우 김" userId="5210e3f53758dd47" providerId="LiveId" clId="{FF872134-BDC0-4F0B-939C-39663BFB449C}" dt="2025-06-04T11:53:58.595" v="6294" actId="207"/>
          <ac:spMkLst>
            <pc:docMk/>
            <pc:sldMk cId="3562614747" sldId="269"/>
            <ac:spMk id="10" creationId="{B3730A04-DE3B-801B-067A-0A749F1ABE86}"/>
          </ac:spMkLst>
        </pc:spChg>
        <pc:spChg chg="mod">
          <ac:chgData name="지우 김" userId="5210e3f53758dd47" providerId="LiveId" clId="{FF872134-BDC0-4F0B-939C-39663BFB449C}" dt="2025-06-04T11:54:35.954" v="6394" actId="165"/>
          <ac:spMkLst>
            <pc:docMk/>
            <pc:sldMk cId="3562614747" sldId="269"/>
            <ac:spMk id="16" creationId="{8FF01709-304B-F320-ED90-11E7FD0BAD01}"/>
          </ac:spMkLst>
        </pc:spChg>
        <pc:spChg chg="mod">
          <ac:chgData name="지우 김" userId="5210e3f53758dd47" providerId="LiveId" clId="{FF872134-BDC0-4F0B-939C-39663BFB449C}" dt="2025-06-04T11:54:35.954" v="6394" actId="165"/>
          <ac:spMkLst>
            <pc:docMk/>
            <pc:sldMk cId="3562614747" sldId="269"/>
            <ac:spMk id="19" creationId="{4F542729-95D2-7DE6-454E-F20BA8A31D84}"/>
          </ac:spMkLst>
        </pc:spChg>
        <pc:spChg chg="mod">
          <ac:chgData name="지우 김" userId="5210e3f53758dd47" providerId="LiveId" clId="{FF872134-BDC0-4F0B-939C-39663BFB449C}" dt="2025-06-04T11:54:35.954" v="6394" actId="165"/>
          <ac:spMkLst>
            <pc:docMk/>
            <pc:sldMk cId="3562614747" sldId="269"/>
            <ac:spMk id="75" creationId="{0CF9E700-144B-4B4C-4519-F0CCE1103D35}"/>
          </ac:spMkLst>
        </pc:spChg>
        <pc:spChg chg="mod">
          <ac:chgData name="지우 김" userId="5210e3f53758dd47" providerId="LiveId" clId="{FF872134-BDC0-4F0B-939C-39663BFB449C}" dt="2025-06-04T11:54:35.954" v="6394" actId="165"/>
          <ac:spMkLst>
            <pc:docMk/>
            <pc:sldMk cId="3562614747" sldId="269"/>
            <ac:spMk id="76" creationId="{EC40EAD5-8E46-6F9C-5880-E341CFF1D146}"/>
          </ac:spMkLst>
        </pc:spChg>
        <pc:spChg chg="mod">
          <ac:chgData name="지우 김" userId="5210e3f53758dd47" providerId="LiveId" clId="{FF872134-BDC0-4F0B-939C-39663BFB449C}" dt="2025-06-04T11:54:35.954" v="6394" actId="165"/>
          <ac:spMkLst>
            <pc:docMk/>
            <pc:sldMk cId="3562614747" sldId="269"/>
            <ac:spMk id="85" creationId="{3CD333B0-935C-F50C-1ECE-77E66CB868FC}"/>
          </ac:spMkLst>
        </pc:spChg>
        <pc:spChg chg="mod">
          <ac:chgData name="지우 김" userId="5210e3f53758dd47" providerId="LiveId" clId="{FF872134-BDC0-4F0B-939C-39663BFB449C}" dt="2025-06-04T11:54:35.954" v="6394" actId="165"/>
          <ac:spMkLst>
            <pc:docMk/>
            <pc:sldMk cId="3562614747" sldId="269"/>
            <ac:spMk id="86" creationId="{AA2AD330-E95D-8F63-E32E-DDA33E6ED495}"/>
          </ac:spMkLst>
        </pc:spChg>
        <pc:spChg chg="mod">
          <ac:chgData name="지우 김" userId="5210e3f53758dd47" providerId="LiveId" clId="{FF872134-BDC0-4F0B-939C-39663BFB449C}" dt="2025-06-04T11:54:35.954" v="6394" actId="165"/>
          <ac:spMkLst>
            <pc:docMk/>
            <pc:sldMk cId="3562614747" sldId="269"/>
            <ac:spMk id="90" creationId="{07B6D5BE-4BB2-7566-19BC-30116A0F9DC8}"/>
          </ac:spMkLst>
        </pc:spChg>
        <pc:spChg chg="mod">
          <ac:chgData name="지우 김" userId="5210e3f53758dd47" providerId="LiveId" clId="{FF872134-BDC0-4F0B-939C-39663BFB449C}" dt="2025-06-04T11:54:35.954" v="6394" actId="165"/>
          <ac:spMkLst>
            <pc:docMk/>
            <pc:sldMk cId="3562614747" sldId="269"/>
            <ac:spMk id="91" creationId="{5D9AB447-5F96-EB49-DB92-11249AF922C3}"/>
          </ac:spMkLst>
        </pc:spChg>
        <pc:grpChg chg="mod">
          <ac:chgData name="지우 김" userId="5210e3f53758dd47" providerId="LiveId" clId="{FF872134-BDC0-4F0B-939C-39663BFB449C}" dt="2025-06-04T09:52:26.744" v="250" actId="1076"/>
          <ac:grpSpMkLst>
            <pc:docMk/>
            <pc:sldMk cId="3562614747" sldId="269"/>
            <ac:grpSpMk id="64" creationId="{6B48A7EA-F470-0CCC-761B-02DCBE7970C1}"/>
          </ac:grpSpMkLst>
        </pc:grpChg>
        <pc:grpChg chg="mod">
          <ac:chgData name="지우 김" userId="5210e3f53758dd47" providerId="LiveId" clId="{FF872134-BDC0-4F0B-939C-39663BFB449C}" dt="2025-06-04T09:52:30.657" v="251" actId="1076"/>
          <ac:grpSpMkLst>
            <pc:docMk/>
            <pc:sldMk cId="3562614747" sldId="269"/>
            <ac:grpSpMk id="72" creationId="{1C22CE01-A8A2-586C-01D8-07F3B3FC8B2C}"/>
          </ac:grpSpMkLst>
        </pc:grpChg>
        <pc:grpChg chg="mod">
          <ac:chgData name="지우 김" userId="5210e3f53758dd47" providerId="LiveId" clId="{FF872134-BDC0-4F0B-939C-39663BFB449C}" dt="2025-06-04T09:47:17.733" v="70" actId="165"/>
          <ac:grpSpMkLst>
            <pc:docMk/>
            <pc:sldMk cId="3562614747" sldId="269"/>
            <ac:grpSpMk id="73" creationId="{72C02F5E-CE6E-5F3F-72CF-1BDF1C801278}"/>
          </ac:grpSpMkLst>
        </pc:grpChg>
        <pc:grpChg chg="del">
          <ac:chgData name="지우 김" userId="5210e3f53758dd47" providerId="LiveId" clId="{FF872134-BDC0-4F0B-939C-39663BFB449C}" dt="2025-06-04T11:54:35.954" v="6394" actId="165"/>
          <ac:grpSpMkLst>
            <pc:docMk/>
            <pc:sldMk cId="3562614747" sldId="269"/>
            <ac:grpSpMk id="82" creationId="{55CD386C-E8DA-B91B-CC1C-6EE91250E850}"/>
          </ac:grpSpMkLst>
        </pc:grpChg>
        <pc:grpChg chg="mod topLvl">
          <ac:chgData name="지우 김" userId="5210e3f53758dd47" providerId="LiveId" clId="{FF872134-BDC0-4F0B-939C-39663BFB449C}" dt="2025-06-04T11:54:35.954" v="6394" actId="165"/>
          <ac:grpSpMkLst>
            <pc:docMk/>
            <pc:sldMk cId="3562614747" sldId="269"/>
            <ac:grpSpMk id="88" creationId="{9096889B-B23A-CB59-9029-050A153720C3}"/>
          </ac:grpSpMkLst>
        </pc:grpChg>
        <pc:cxnChg chg="mod">
          <ac:chgData name="지우 김" userId="5210e3f53758dd47" providerId="LiveId" clId="{FF872134-BDC0-4F0B-939C-39663BFB449C}" dt="2025-06-04T11:53:59.996" v="6296" actId="208"/>
          <ac:cxnSpMkLst>
            <pc:docMk/>
            <pc:sldMk cId="3562614747" sldId="269"/>
            <ac:cxnSpMk id="3" creationId="{31979D98-01B5-5752-D038-6D2DA4452A2B}"/>
          </ac:cxnSpMkLst>
        </pc:cxnChg>
        <pc:cxnChg chg="mod">
          <ac:chgData name="지우 김" userId="5210e3f53758dd47" providerId="LiveId" clId="{FF872134-BDC0-4F0B-939C-39663BFB449C}" dt="2025-06-04T11:54:52.006" v="6395" actId="1582"/>
          <ac:cxnSpMkLst>
            <pc:docMk/>
            <pc:sldMk cId="3562614747" sldId="269"/>
            <ac:cxnSpMk id="4" creationId="{1DBE9B69-3C97-4112-4E42-C1AB88E4F654}"/>
          </ac:cxnSpMkLst>
        </pc:cxnChg>
        <pc:cxnChg chg="mod">
          <ac:chgData name="지우 김" userId="5210e3f53758dd47" providerId="LiveId" clId="{FF872134-BDC0-4F0B-939C-39663BFB449C}" dt="2025-06-04T11:53:59.996" v="6296" actId="208"/>
          <ac:cxnSpMkLst>
            <pc:docMk/>
            <pc:sldMk cId="3562614747" sldId="269"/>
            <ac:cxnSpMk id="8" creationId="{E633DDF8-3BAF-1A37-9602-7601FFABECD2}"/>
          </ac:cxnSpMkLst>
        </pc:cxnChg>
        <pc:cxnChg chg="mod">
          <ac:chgData name="지우 김" userId="5210e3f53758dd47" providerId="LiveId" clId="{FF872134-BDC0-4F0B-939C-39663BFB449C}" dt="2025-06-04T11:54:52.006" v="6395" actId="1582"/>
          <ac:cxnSpMkLst>
            <pc:docMk/>
            <pc:sldMk cId="3562614747" sldId="269"/>
            <ac:cxnSpMk id="74" creationId="{8E623706-72BE-E25C-2D36-0A8DFB8C56D0}"/>
          </ac:cxnSpMkLst>
        </pc:cxnChg>
        <pc:cxnChg chg="mod">
          <ac:chgData name="지우 김" userId="5210e3f53758dd47" providerId="LiveId" clId="{FF872134-BDC0-4F0B-939C-39663BFB449C}" dt="2025-06-04T11:54:52.006" v="6395" actId="1582"/>
          <ac:cxnSpMkLst>
            <pc:docMk/>
            <pc:sldMk cId="3562614747" sldId="269"/>
            <ac:cxnSpMk id="84" creationId="{C49FE411-746F-BA33-2A65-F73AF897EEAB}"/>
          </ac:cxnSpMkLst>
        </pc:cxnChg>
        <pc:cxnChg chg="mod">
          <ac:chgData name="지우 김" userId="5210e3f53758dd47" providerId="LiveId" clId="{FF872134-BDC0-4F0B-939C-39663BFB449C}" dt="2025-06-04T11:54:52.006" v="6395" actId="1582"/>
          <ac:cxnSpMkLst>
            <pc:docMk/>
            <pc:sldMk cId="3562614747" sldId="269"/>
            <ac:cxnSpMk id="89" creationId="{A5CD6BCD-802F-C7AA-B7D7-CDFDCB0E4899}"/>
          </ac:cxnSpMkLst>
        </pc:cxnChg>
      </pc:sldChg>
      <pc:sldChg chg="addSp delSp modSp mod setBg">
        <pc:chgData name="지우 김" userId="5210e3f53758dd47" providerId="LiveId" clId="{FF872134-BDC0-4F0B-939C-39663BFB449C}" dt="2025-06-04T10:48:06.981" v="3674" actId="21"/>
        <pc:sldMkLst>
          <pc:docMk/>
          <pc:sldMk cId="1864180067" sldId="393"/>
        </pc:sldMkLst>
        <pc:spChg chg="add mod">
          <ac:chgData name="지우 김" userId="5210e3f53758dd47" providerId="LiveId" clId="{FF872134-BDC0-4F0B-939C-39663BFB449C}" dt="2025-06-04T10:20:59.126" v="1346"/>
          <ac:spMkLst>
            <pc:docMk/>
            <pc:sldMk cId="1864180067" sldId="393"/>
            <ac:spMk id="4" creationId="{C8D822B1-A126-1F55-5B13-BFBBB5E66603}"/>
          </ac:spMkLst>
        </pc:spChg>
        <pc:spChg chg="add mod">
          <ac:chgData name="지우 김" userId="5210e3f53758dd47" providerId="LiveId" clId="{FF872134-BDC0-4F0B-939C-39663BFB449C}" dt="2025-06-04T10:20:59.126" v="1346"/>
          <ac:spMkLst>
            <pc:docMk/>
            <pc:sldMk cId="1864180067" sldId="393"/>
            <ac:spMk id="5" creationId="{588C3A6F-D41F-DB4D-7973-53A1F083A3BD}"/>
          </ac:spMkLst>
        </pc:spChg>
        <pc:spChg chg="add mod">
          <ac:chgData name="지우 김" userId="5210e3f53758dd47" providerId="LiveId" clId="{FF872134-BDC0-4F0B-939C-39663BFB449C}" dt="2025-06-04T10:34:03.395" v="2995" actId="164"/>
          <ac:spMkLst>
            <pc:docMk/>
            <pc:sldMk cId="1864180067" sldId="393"/>
            <ac:spMk id="7" creationId="{9BB63ADB-C7E9-FF0D-18DE-7BAEFAEB23C3}"/>
          </ac:spMkLst>
        </pc:spChg>
        <pc:spChg chg="add del mod topLvl">
          <ac:chgData name="지우 김" userId="5210e3f53758dd47" providerId="LiveId" clId="{FF872134-BDC0-4F0B-939C-39663BFB449C}" dt="2025-06-04T10:38:30.701" v="3486" actId="478"/>
          <ac:spMkLst>
            <pc:docMk/>
            <pc:sldMk cId="1864180067" sldId="393"/>
            <ac:spMk id="10" creationId="{A2C132F7-3817-603C-70CD-B3F2DBE631DF}"/>
          </ac:spMkLst>
        </pc:spChg>
        <pc:spChg chg="mod">
          <ac:chgData name="지우 김" userId="5210e3f53758dd47" providerId="LiveId" clId="{FF872134-BDC0-4F0B-939C-39663BFB449C}" dt="2025-06-04T10:34:43.076" v="3029" actId="20577"/>
          <ac:spMkLst>
            <pc:docMk/>
            <pc:sldMk cId="1864180067" sldId="393"/>
            <ac:spMk id="16" creationId="{4D5864F9-F7DB-2E99-1239-7176B90C8F4D}"/>
          </ac:spMkLst>
        </pc:spChg>
        <pc:spChg chg="mod">
          <ac:chgData name="지우 김" userId="5210e3f53758dd47" providerId="LiveId" clId="{FF872134-BDC0-4F0B-939C-39663BFB449C}" dt="2025-06-04T09:55:21.329" v="384" actId="255"/>
          <ac:spMkLst>
            <pc:docMk/>
            <pc:sldMk cId="1864180067" sldId="393"/>
            <ac:spMk id="19" creationId="{80F029CD-309A-B3B0-70E1-440A2503A5F8}"/>
          </ac:spMkLst>
        </pc:spChg>
        <pc:spChg chg="mod topLvl">
          <ac:chgData name="지우 김" userId="5210e3f53758dd47" providerId="LiveId" clId="{FF872134-BDC0-4F0B-939C-39663BFB449C}" dt="2025-06-04T10:34:03.395" v="2995" actId="164"/>
          <ac:spMkLst>
            <pc:docMk/>
            <pc:sldMk cId="1864180067" sldId="393"/>
            <ac:spMk id="21" creationId="{3B4CE18A-206C-5991-D588-C1CB8FCD2941}"/>
          </ac:spMkLst>
        </pc:spChg>
        <pc:spChg chg="mod">
          <ac:chgData name="지우 김" userId="5210e3f53758dd47" providerId="LiveId" clId="{FF872134-BDC0-4F0B-939C-39663BFB449C}" dt="2025-06-04T10:37:22.838" v="3479" actId="20577"/>
          <ac:spMkLst>
            <pc:docMk/>
            <pc:sldMk cId="1864180067" sldId="393"/>
            <ac:spMk id="22" creationId="{0674377C-6ECB-1FA1-28E8-96EA485398D9}"/>
          </ac:spMkLst>
        </pc:spChg>
        <pc:spChg chg="del mod topLvl">
          <ac:chgData name="지우 김" userId="5210e3f53758dd47" providerId="LiveId" clId="{FF872134-BDC0-4F0B-939C-39663BFB449C}" dt="2025-06-04T10:38:28.620" v="3485" actId="478"/>
          <ac:spMkLst>
            <pc:docMk/>
            <pc:sldMk cId="1864180067" sldId="393"/>
            <ac:spMk id="23" creationId="{94356C53-5762-C059-22C5-A07B997BB6C6}"/>
          </ac:spMkLst>
        </pc:spChg>
        <pc:grpChg chg="add del mod">
          <ac:chgData name="지우 김" userId="5210e3f53758dd47" providerId="LiveId" clId="{FF872134-BDC0-4F0B-939C-39663BFB449C}" dt="2025-06-04T10:38:28.620" v="3485" actId="478"/>
          <ac:grpSpMkLst>
            <pc:docMk/>
            <pc:sldMk cId="1864180067" sldId="393"/>
            <ac:grpSpMk id="12" creationId="{B80D7DD2-D70A-C833-B0CA-DF9476AE7D01}"/>
          </ac:grpSpMkLst>
        </pc:grpChg>
        <pc:grpChg chg="add del mod">
          <ac:chgData name="지우 김" userId="5210e3f53758dd47" providerId="LiveId" clId="{FF872134-BDC0-4F0B-939C-39663BFB449C}" dt="2025-06-04T10:38:25.647" v="3482" actId="478"/>
          <ac:grpSpMkLst>
            <pc:docMk/>
            <pc:sldMk cId="1864180067" sldId="393"/>
            <ac:grpSpMk id="14" creationId="{2D0E82CF-ACE1-172C-85B8-924041150EAC}"/>
          </ac:grpSpMkLst>
        </pc:grpChg>
        <pc:grpChg chg="add del mod">
          <ac:chgData name="지우 김" userId="5210e3f53758dd47" providerId="LiveId" clId="{FF872134-BDC0-4F0B-939C-39663BFB449C}" dt="2025-06-04T10:38:27.543" v="3484" actId="478"/>
          <ac:grpSpMkLst>
            <pc:docMk/>
            <pc:sldMk cId="1864180067" sldId="393"/>
            <ac:grpSpMk id="15" creationId="{73EF224A-F84E-127E-698D-E8A4686ABA8F}"/>
          </ac:grpSpMkLst>
        </pc:grpChg>
        <pc:grpChg chg="del mod">
          <ac:chgData name="지우 김" userId="5210e3f53758dd47" providerId="LiveId" clId="{FF872134-BDC0-4F0B-939C-39663BFB449C}" dt="2025-06-04T09:54:19.311" v="315" actId="478"/>
          <ac:grpSpMkLst>
            <pc:docMk/>
            <pc:sldMk cId="1864180067" sldId="393"/>
            <ac:grpSpMk id="22" creationId="{9770853D-726B-4658-0AB7-BCDB2ABD01AB}"/>
          </ac:grpSpMkLst>
        </pc:grpChg>
        <pc:grpChg chg="del mod">
          <ac:chgData name="지우 김" userId="5210e3f53758dd47" providerId="LiveId" clId="{FF872134-BDC0-4F0B-939C-39663BFB449C}" dt="2025-06-04T09:54:26.490" v="317" actId="165"/>
          <ac:grpSpMkLst>
            <pc:docMk/>
            <pc:sldMk cId="1864180067" sldId="393"/>
            <ac:grpSpMk id="24" creationId="{3721C8A0-E3F4-714B-734E-05427CD936FB}"/>
          </ac:grpSpMkLst>
        </pc:grpChg>
        <pc:picChg chg="add mod modCrop">
          <ac:chgData name="지우 김" userId="5210e3f53758dd47" providerId="LiveId" clId="{FF872134-BDC0-4F0B-939C-39663BFB449C}" dt="2025-06-04T10:39:57.130" v="3510" actId="1076"/>
          <ac:picMkLst>
            <pc:docMk/>
            <pc:sldMk cId="1864180067" sldId="393"/>
            <ac:picMk id="25" creationId="{AA46787D-CD5D-3F38-2EBF-CF910162A97A}"/>
          </ac:picMkLst>
        </pc:picChg>
        <pc:picChg chg="add del mod modCrop">
          <ac:chgData name="지우 김" userId="5210e3f53758dd47" providerId="LiveId" clId="{FF872134-BDC0-4F0B-939C-39663BFB449C}" dt="2025-06-04T10:48:06.981" v="3674" actId="21"/>
          <ac:picMkLst>
            <pc:docMk/>
            <pc:sldMk cId="1864180067" sldId="393"/>
            <ac:picMk id="26" creationId="{497FC855-D010-7A42-0555-577FDD235B7E}"/>
          </ac:picMkLst>
        </pc:picChg>
        <pc:picChg chg="add mod modCrop">
          <ac:chgData name="지우 김" userId="5210e3f53758dd47" providerId="LiveId" clId="{FF872134-BDC0-4F0B-939C-39663BFB449C}" dt="2025-06-04T10:39:57.130" v="3510" actId="1076"/>
          <ac:picMkLst>
            <pc:docMk/>
            <pc:sldMk cId="1864180067" sldId="393"/>
            <ac:picMk id="27" creationId="{08247323-DF0F-893E-2392-F790A65E36E8}"/>
          </ac:picMkLst>
        </pc:picChg>
        <pc:picChg chg="add mod modCrop">
          <ac:chgData name="지우 김" userId="5210e3f53758dd47" providerId="LiveId" clId="{FF872134-BDC0-4F0B-939C-39663BFB449C}" dt="2025-06-04T10:40:50.798" v="3522" actId="1076"/>
          <ac:picMkLst>
            <pc:docMk/>
            <pc:sldMk cId="1864180067" sldId="393"/>
            <ac:picMk id="28" creationId="{5BF79054-6A3D-0F51-15E2-07664236B1BF}"/>
          </ac:picMkLst>
        </pc:picChg>
        <pc:picChg chg="del">
          <ac:chgData name="지우 김" userId="5210e3f53758dd47" providerId="LiveId" clId="{FF872134-BDC0-4F0B-939C-39663BFB449C}" dt="2025-06-04T09:54:19.311" v="315" actId="478"/>
          <ac:picMkLst>
            <pc:docMk/>
            <pc:sldMk cId="1864180067" sldId="393"/>
            <ac:picMk id="1026" creationId="{9A7D759C-E568-A378-2012-A10576E96C8B}"/>
          </ac:picMkLst>
        </pc:picChg>
        <pc:picChg chg="del mod">
          <ac:chgData name="지우 김" userId="5210e3f53758dd47" providerId="LiveId" clId="{FF872134-BDC0-4F0B-939C-39663BFB449C}" dt="2025-06-04T09:54:22.485" v="316" actId="478"/>
          <ac:picMkLst>
            <pc:docMk/>
            <pc:sldMk cId="1864180067" sldId="393"/>
            <ac:picMk id="1028" creationId="{D2AB0B44-3252-1D2D-4EB6-AD0CC4EF745C}"/>
          </ac:picMkLst>
        </pc:picChg>
        <pc:cxnChg chg="mod">
          <ac:chgData name="지우 김" userId="5210e3f53758dd47" providerId="LiveId" clId="{FF872134-BDC0-4F0B-939C-39663BFB449C}" dt="2025-06-04T10:33:58.408" v="2994" actId="1076"/>
          <ac:cxnSpMkLst>
            <pc:docMk/>
            <pc:sldMk cId="1864180067" sldId="393"/>
            <ac:cxnSpMk id="6" creationId="{FF7C9666-50DA-F1CD-8898-2434EDD34110}"/>
          </ac:cxnSpMkLst>
        </pc:cxnChg>
      </pc:sldChg>
      <pc:sldChg chg="modSp mod setBg">
        <pc:chgData name="지우 김" userId="5210e3f53758dd47" providerId="LiveId" clId="{FF872134-BDC0-4F0B-939C-39663BFB449C}" dt="2025-06-04T10:57:32.302" v="4000" actId="113"/>
        <pc:sldMkLst>
          <pc:docMk/>
          <pc:sldMk cId="3145604767" sldId="394"/>
        </pc:sldMkLst>
        <pc:spChg chg="mod">
          <ac:chgData name="지우 김" userId="5210e3f53758dd47" providerId="LiveId" clId="{FF872134-BDC0-4F0B-939C-39663BFB449C}" dt="2025-06-04T10:57:32.302" v="4000" actId="113"/>
          <ac:spMkLst>
            <pc:docMk/>
            <pc:sldMk cId="3145604767" sldId="394"/>
            <ac:spMk id="3" creationId="{DEC7C2EB-6C11-DDE2-7AD2-F71A4D26AF72}"/>
          </ac:spMkLst>
        </pc:spChg>
        <pc:spChg chg="mod">
          <ac:chgData name="지우 김" userId="5210e3f53758dd47" providerId="LiveId" clId="{FF872134-BDC0-4F0B-939C-39663BFB449C}" dt="2025-06-04T10:47:30.693" v="3667" actId="120"/>
          <ac:spMkLst>
            <pc:docMk/>
            <pc:sldMk cId="3145604767" sldId="394"/>
            <ac:spMk id="5" creationId="{5DFA6033-8B26-D8EF-0BF0-9D1EA65B7643}"/>
          </ac:spMkLst>
        </pc:spChg>
        <pc:spChg chg="mod">
          <ac:chgData name="지우 김" userId="5210e3f53758dd47" providerId="LiveId" clId="{FF872134-BDC0-4F0B-939C-39663BFB449C}" dt="2025-06-04T09:53:16.286" v="277" actId="20577"/>
          <ac:spMkLst>
            <pc:docMk/>
            <pc:sldMk cId="3145604767" sldId="394"/>
            <ac:spMk id="19" creationId="{08207C75-A27C-E04B-26DD-2ABF76174018}"/>
          </ac:spMkLst>
        </pc:spChg>
        <pc:spChg chg="mod">
          <ac:chgData name="지우 김" userId="5210e3f53758dd47" providerId="LiveId" clId="{FF872134-BDC0-4F0B-939C-39663BFB449C}" dt="2025-06-04T10:47:31.240" v="3668" actId="120"/>
          <ac:spMkLst>
            <pc:docMk/>
            <pc:sldMk cId="3145604767" sldId="394"/>
            <ac:spMk id="31" creationId="{E1458E84-48F7-29BC-BC09-0F833FE5598E}"/>
          </ac:spMkLst>
        </pc:spChg>
        <pc:grpChg chg="mod">
          <ac:chgData name="지우 김" userId="5210e3f53758dd47" providerId="LiveId" clId="{FF872134-BDC0-4F0B-939C-39663BFB449C}" dt="2025-06-04T10:46:57.055" v="3661" actId="1076"/>
          <ac:grpSpMkLst>
            <pc:docMk/>
            <pc:sldMk cId="3145604767" sldId="394"/>
            <ac:grpSpMk id="6" creationId="{8184122A-3F12-57A4-BC93-148572E1C76F}"/>
          </ac:grpSpMkLst>
        </pc:grpChg>
      </pc:sldChg>
      <pc:sldChg chg="addSp delSp modSp mod">
        <pc:chgData name="지우 김" userId="5210e3f53758dd47" providerId="LiveId" clId="{FF872134-BDC0-4F0B-939C-39663BFB449C}" dt="2025-06-04T11:45:32.595" v="6081" actId="1076"/>
        <pc:sldMkLst>
          <pc:docMk/>
          <pc:sldMk cId="3606852992" sldId="395"/>
        </pc:sldMkLst>
        <pc:spChg chg="add mod">
          <ac:chgData name="지우 김" userId="5210e3f53758dd47" providerId="LiveId" clId="{FF872134-BDC0-4F0B-939C-39663BFB449C}" dt="2025-06-04T11:45:22.957" v="6077" actId="164"/>
          <ac:spMkLst>
            <pc:docMk/>
            <pc:sldMk cId="3606852992" sldId="395"/>
            <ac:spMk id="15" creationId="{526C3319-DF54-9210-6266-010D5E0D6D45}"/>
          </ac:spMkLst>
        </pc:spChg>
        <pc:spChg chg="add mod">
          <ac:chgData name="지우 김" userId="5210e3f53758dd47" providerId="LiveId" clId="{FF872134-BDC0-4F0B-939C-39663BFB449C}" dt="2025-06-04T11:45:22.957" v="6077" actId="164"/>
          <ac:spMkLst>
            <pc:docMk/>
            <pc:sldMk cId="3606852992" sldId="395"/>
            <ac:spMk id="16" creationId="{669FE7D3-9124-F764-F93F-610D586FCB3D}"/>
          </ac:spMkLst>
        </pc:spChg>
        <pc:spChg chg="mod">
          <ac:chgData name="지우 김" userId="5210e3f53758dd47" providerId="LiveId" clId="{FF872134-BDC0-4F0B-939C-39663BFB449C}" dt="2025-06-04T11:30:51.424" v="5588" actId="20577"/>
          <ac:spMkLst>
            <pc:docMk/>
            <pc:sldMk cId="3606852992" sldId="395"/>
            <ac:spMk id="19" creationId="{C0033908-8905-D615-4186-4D7678F170EE}"/>
          </ac:spMkLst>
        </pc:spChg>
        <pc:spChg chg="mod">
          <ac:chgData name="지우 김" userId="5210e3f53758dd47" providerId="LiveId" clId="{FF872134-BDC0-4F0B-939C-39663BFB449C}" dt="2025-06-04T09:54:51.972" v="326" actId="20577"/>
          <ac:spMkLst>
            <pc:docMk/>
            <pc:sldMk cId="3606852992" sldId="395"/>
            <ac:spMk id="20" creationId="{17333608-BB73-C19C-235D-1A38497037B5}"/>
          </ac:spMkLst>
        </pc:spChg>
        <pc:spChg chg="add mod">
          <ac:chgData name="지우 김" userId="5210e3f53758dd47" providerId="LiveId" clId="{FF872134-BDC0-4F0B-939C-39663BFB449C}" dt="2025-06-04T11:45:22.957" v="6077" actId="164"/>
          <ac:spMkLst>
            <pc:docMk/>
            <pc:sldMk cId="3606852992" sldId="395"/>
            <ac:spMk id="21" creationId="{44F63335-00CD-0416-5A4E-040C36841CC6}"/>
          </ac:spMkLst>
        </pc:spChg>
        <pc:spChg chg="add del mod">
          <ac:chgData name="지우 김" userId="5210e3f53758dd47" providerId="LiveId" clId="{FF872134-BDC0-4F0B-939C-39663BFB449C}" dt="2025-06-04T11:45:14.904" v="6076" actId="478"/>
          <ac:spMkLst>
            <pc:docMk/>
            <pc:sldMk cId="3606852992" sldId="395"/>
            <ac:spMk id="23" creationId="{B88643AC-965A-812C-592E-C594DF97443F}"/>
          </ac:spMkLst>
        </pc:spChg>
        <pc:grpChg chg="add mod">
          <ac:chgData name="지우 김" userId="5210e3f53758dd47" providerId="LiveId" clId="{FF872134-BDC0-4F0B-939C-39663BFB449C}" dt="2025-06-04T11:45:09.884" v="6060" actId="164"/>
          <ac:grpSpMkLst>
            <pc:docMk/>
            <pc:sldMk cId="3606852992" sldId="395"/>
            <ac:grpSpMk id="24" creationId="{2FCFB2E8-D78E-0D96-3D63-5DD18789611D}"/>
          </ac:grpSpMkLst>
        </pc:grpChg>
        <pc:grpChg chg="add mod">
          <ac:chgData name="지우 김" userId="5210e3f53758dd47" providerId="LiveId" clId="{FF872134-BDC0-4F0B-939C-39663BFB449C}" dt="2025-06-04T11:45:28.037" v="6080" actId="164"/>
          <ac:grpSpMkLst>
            <pc:docMk/>
            <pc:sldMk cId="3606852992" sldId="395"/>
            <ac:grpSpMk id="25" creationId="{05F3E74F-3E99-5FC0-57A7-BCE86A5D65E0}"/>
          </ac:grpSpMkLst>
        </pc:grpChg>
        <pc:grpChg chg="add mod">
          <ac:chgData name="지우 김" userId="5210e3f53758dd47" providerId="LiveId" clId="{FF872134-BDC0-4F0B-939C-39663BFB449C}" dt="2025-06-04T11:45:32.595" v="6081" actId="1076"/>
          <ac:grpSpMkLst>
            <pc:docMk/>
            <pc:sldMk cId="3606852992" sldId="395"/>
            <ac:grpSpMk id="27" creationId="{FA33CF8C-8BE3-8FF9-4F26-06B0CF346169}"/>
          </ac:grpSpMkLst>
        </pc:grpChg>
        <pc:graphicFrameChg chg="del">
          <ac:chgData name="지우 김" userId="5210e3f53758dd47" providerId="LiveId" clId="{FF872134-BDC0-4F0B-939C-39663BFB449C}" dt="2025-06-04T09:54:36.161" v="320" actId="478"/>
          <ac:graphicFrameMkLst>
            <pc:docMk/>
            <pc:sldMk cId="3606852992" sldId="395"/>
            <ac:graphicFrameMk id="7" creationId="{ADC0C642-CF06-FCB9-5529-797674C8F5A1}"/>
          </ac:graphicFrameMkLst>
        </pc:graphicFrameChg>
        <pc:picChg chg="add mod">
          <ac:chgData name="지우 김" userId="5210e3f53758dd47" providerId="LiveId" clId="{FF872134-BDC0-4F0B-939C-39663BFB449C}" dt="2025-06-04T11:45:28.037" v="6080" actId="164"/>
          <ac:picMkLst>
            <pc:docMk/>
            <pc:sldMk cId="3606852992" sldId="395"/>
            <ac:picMk id="5" creationId="{5D08EADC-BC95-0172-EBE8-389B0AB41E81}"/>
          </ac:picMkLst>
        </pc:picChg>
        <pc:picChg chg="add mod">
          <ac:chgData name="지우 김" userId="5210e3f53758dd47" providerId="LiveId" clId="{FF872134-BDC0-4F0B-939C-39663BFB449C}" dt="2025-06-04T11:45:22.957" v="6077" actId="164"/>
          <ac:picMkLst>
            <pc:docMk/>
            <pc:sldMk cId="3606852992" sldId="395"/>
            <ac:picMk id="10" creationId="{0313B5A1-6400-ECE1-F6C2-03E6A8D9CEB6}"/>
          </ac:picMkLst>
        </pc:picChg>
        <pc:picChg chg="add mod">
          <ac:chgData name="지우 김" userId="5210e3f53758dd47" providerId="LiveId" clId="{FF872134-BDC0-4F0B-939C-39663BFB449C}" dt="2025-06-04T11:45:22.957" v="6077" actId="164"/>
          <ac:picMkLst>
            <pc:docMk/>
            <pc:sldMk cId="3606852992" sldId="395"/>
            <ac:picMk id="14" creationId="{2BEF52C8-BE3F-6A28-5F9A-6E253A3F5FF0}"/>
          </ac:picMkLst>
        </pc:picChg>
        <pc:picChg chg="add mod">
          <ac:chgData name="지우 김" userId="5210e3f53758dd47" providerId="LiveId" clId="{FF872134-BDC0-4F0B-939C-39663BFB449C}" dt="2025-06-04T11:43:56.789" v="5978"/>
          <ac:picMkLst>
            <pc:docMk/>
            <pc:sldMk cId="3606852992" sldId="395"/>
            <ac:picMk id="22" creationId="{D44EA054-F7C7-9F11-F5BF-4E9640707ECE}"/>
          </ac:picMkLst>
        </pc:picChg>
        <pc:picChg chg="add del mod">
          <ac:chgData name="지우 김" userId="5210e3f53758dd47" providerId="LiveId" clId="{FF872134-BDC0-4F0B-939C-39663BFB449C}" dt="2025-06-04T10:48:11.431" v="3677" actId="478"/>
          <ac:picMkLst>
            <pc:docMk/>
            <pc:sldMk cId="3606852992" sldId="395"/>
            <ac:picMk id="26" creationId="{497FC855-D010-7A42-0555-577FDD235B7E}"/>
          </ac:picMkLst>
        </pc:picChg>
      </pc:sldChg>
      <pc:sldChg chg="delSp modSp del mod">
        <pc:chgData name="지우 김" userId="5210e3f53758dd47" providerId="LiveId" clId="{FF872134-BDC0-4F0B-939C-39663BFB449C}" dt="2025-06-04T13:14:36.666" v="8462" actId="47"/>
        <pc:sldMkLst>
          <pc:docMk/>
          <pc:sldMk cId="2920999417" sldId="396"/>
        </pc:sldMkLst>
        <pc:spChg chg="mod">
          <ac:chgData name="지우 김" userId="5210e3f53758dd47" providerId="LiveId" clId="{FF872134-BDC0-4F0B-939C-39663BFB449C}" dt="2025-06-04T10:03:13.786" v="625" actId="20577"/>
          <ac:spMkLst>
            <pc:docMk/>
            <pc:sldMk cId="2920999417" sldId="396"/>
            <ac:spMk id="9" creationId="{5BE7CBFD-8305-428A-2EC4-41B94E94D19A}"/>
          </ac:spMkLst>
        </pc:spChg>
        <pc:spChg chg="del">
          <ac:chgData name="지우 김" userId="5210e3f53758dd47" providerId="LiveId" clId="{FF872134-BDC0-4F0B-939C-39663BFB449C}" dt="2025-06-04T13:14:16.055" v="8461" actId="478"/>
          <ac:spMkLst>
            <pc:docMk/>
            <pc:sldMk cId="2920999417" sldId="396"/>
            <ac:spMk id="16" creationId="{3F4F0839-9571-8592-81BE-524A29B0F493}"/>
          </ac:spMkLst>
        </pc:spChg>
        <pc:spChg chg="mod">
          <ac:chgData name="지우 김" userId="5210e3f53758dd47" providerId="LiveId" clId="{FF872134-BDC0-4F0B-939C-39663BFB449C}" dt="2025-06-04T10:02:35.223" v="621" actId="20577"/>
          <ac:spMkLst>
            <pc:docMk/>
            <pc:sldMk cId="2920999417" sldId="396"/>
            <ac:spMk id="19" creationId="{1A0FE801-4C3B-AD09-9CA1-8CB3F72C7B58}"/>
          </ac:spMkLst>
        </pc:spChg>
        <pc:spChg chg="mod">
          <ac:chgData name="지우 김" userId="5210e3f53758dd47" providerId="LiveId" clId="{FF872134-BDC0-4F0B-939C-39663BFB449C}" dt="2025-06-04T09:56:06.250" v="404" actId="20577"/>
          <ac:spMkLst>
            <pc:docMk/>
            <pc:sldMk cId="2920999417" sldId="396"/>
            <ac:spMk id="20" creationId="{BF403D92-26E4-1487-CFB1-5CCAFC584D77}"/>
          </ac:spMkLst>
        </pc:spChg>
        <pc:graphicFrameChg chg="del">
          <ac:chgData name="지우 김" userId="5210e3f53758dd47" providerId="LiveId" clId="{FF872134-BDC0-4F0B-939C-39663BFB449C}" dt="2025-06-04T09:54:41.754" v="321" actId="478"/>
          <ac:graphicFrameMkLst>
            <pc:docMk/>
            <pc:sldMk cId="2920999417" sldId="396"/>
            <ac:graphicFrameMk id="7" creationId="{6747DD02-5DAE-2192-9E66-BDF8D76B707D}"/>
          </ac:graphicFrameMkLst>
        </pc:graphicFrameChg>
        <pc:graphicFrameChg chg="del">
          <ac:chgData name="지우 김" userId="5210e3f53758dd47" providerId="LiveId" clId="{FF872134-BDC0-4F0B-939C-39663BFB449C}" dt="2025-06-04T09:54:42.904" v="322" actId="478"/>
          <ac:graphicFrameMkLst>
            <pc:docMk/>
            <pc:sldMk cId="2920999417" sldId="396"/>
            <ac:graphicFrameMk id="21" creationId="{2BBCA5FD-BF59-E907-2D25-20B664A4F3AB}"/>
          </ac:graphicFrameMkLst>
        </pc:graphicFrameChg>
      </pc:sldChg>
      <pc:sldChg chg="modSp add mod">
        <pc:chgData name="지우 김" userId="5210e3f53758dd47" providerId="LiveId" clId="{FF872134-BDC0-4F0B-939C-39663BFB449C}" dt="2025-06-04T10:03:17.364" v="627" actId="20577"/>
        <pc:sldMkLst>
          <pc:docMk/>
          <pc:sldMk cId="2078152218" sldId="397"/>
        </pc:sldMkLst>
        <pc:spChg chg="mod">
          <ac:chgData name="지우 김" userId="5210e3f53758dd47" providerId="LiveId" clId="{FF872134-BDC0-4F0B-939C-39663BFB449C}" dt="2025-06-04T10:03:17.364" v="627" actId="20577"/>
          <ac:spMkLst>
            <pc:docMk/>
            <pc:sldMk cId="2078152218" sldId="397"/>
            <ac:spMk id="9" creationId="{C7B2D978-289B-42C0-FF0C-D828C00F68B6}"/>
          </ac:spMkLst>
        </pc:spChg>
      </pc:sldChg>
      <pc:sldChg chg="add del">
        <pc:chgData name="지우 김" userId="5210e3f53758dd47" providerId="LiveId" clId="{FF872134-BDC0-4F0B-939C-39663BFB449C}" dt="2025-06-04T09:53:38.342" v="279"/>
        <pc:sldMkLst>
          <pc:docMk/>
          <pc:sldMk cId="2923812742" sldId="397"/>
        </pc:sldMkLst>
      </pc:sldChg>
      <pc:sldChg chg="addSp delSp modSp add mod">
        <pc:chgData name="지우 김" userId="5210e3f53758dd47" providerId="LiveId" clId="{FF872134-BDC0-4F0B-939C-39663BFB449C}" dt="2025-06-04T12:19:51.074" v="7438" actId="1076"/>
        <pc:sldMkLst>
          <pc:docMk/>
          <pc:sldMk cId="187773057" sldId="398"/>
        </pc:sldMkLst>
        <pc:spChg chg="add del mod">
          <ac:chgData name="지우 김" userId="5210e3f53758dd47" providerId="LiveId" clId="{FF872134-BDC0-4F0B-939C-39663BFB449C}" dt="2025-06-04T10:59:29.652" v="4019" actId="478"/>
          <ac:spMkLst>
            <pc:docMk/>
            <pc:sldMk cId="187773057" sldId="398"/>
            <ac:spMk id="5" creationId="{BA94AA9D-CA55-5D2F-D64B-E8FC0ED1212F}"/>
          </ac:spMkLst>
        </pc:spChg>
        <pc:spChg chg="add del mod">
          <ac:chgData name="지우 김" userId="5210e3f53758dd47" providerId="LiveId" clId="{FF872134-BDC0-4F0B-939C-39663BFB449C}" dt="2025-06-04T11:37:15.661" v="5837" actId="1076"/>
          <ac:spMkLst>
            <pc:docMk/>
            <pc:sldMk cId="187773057" sldId="398"/>
            <ac:spMk id="7" creationId="{69F1231E-04C3-4995-EAF6-AD2C115FFA99}"/>
          </ac:spMkLst>
        </pc:spChg>
        <pc:spChg chg="mod">
          <ac:chgData name="지우 김" userId="5210e3f53758dd47" providerId="LiveId" clId="{FF872134-BDC0-4F0B-939C-39663BFB449C}" dt="2025-06-04T10:03:10.485" v="623" actId="20577"/>
          <ac:spMkLst>
            <pc:docMk/>
            <pc:sldMk cId="187773057" sldId="398"/>
            <ac:spMk id="9" creationId="{462B9B87-80B7-0515-2937-C80CFDDCBF3D}"/>
          </ac:spMkLst>
        </pc:spChg>
        <pc:spChg chg="add mod">
          <ac:chgData name="지우 김" userId="5210e3f53758dd47" providerId="LiveId" clId="{FF872134-BDC0-4F0B-939C-39663BFB449C}" dt="2025-06-04T11:33:38.966" v="5781" actId="571"/>
          <ac:spMkLst>
            <pc:docMk/>
            <pc:sldMk cId="187773057" sldId="398"/>
            <ac:spMk id="33" creationId="{B0296019-60E1-EF51-81F3-283198BB2C05}"/>
          </ac:spMkLst>
        </pc:spChg>
        <pc:spChg chg="add mod">
          <ac:chgData name="지우 김" userId="5210e3f53758dd47" providerId="LiveId" clId="{FF872134-BDC0-4F0B-939C-39663BFB449C}" dt="2025-06-04T12:19:51.074" v="7438" actId="1076"/>
          <ac:spMkLst>
            <pc:docMk/>
            <pc:sldMk cId="187773057" sldId="398"/>
            <ac:spMk id="34" creationId="{88554C38-D7A8-819E-F8DB-95A06B621F26}"/>
          </ac:spMkLst>
        </pc:spChg>
        <pc:spChg chg="add mod">
          <ac:chgData name="지우 김" userId="5210e3f53758dd47" providerId="LiveId" clId="{FF872134-BDC0-4F0B-939C-39663BFB449C}" dt="2025-06-04T11:39:45.932" v="5851" actId="1076"/>
          <ac:spMkLst>
            <pc:docMk/>
            <pc:sldMk cId="187773057" sldId="398"/>
            <ac:spMk id="35" creationId="{798BB278-706D-D05C-0A49-4B23B8E45848}"/>
          </ac:spMkLst>
        </pc:spChg>
        <pc:spChg chg="add mod">
          <ac:chgData name="지우 김" userId="5210e3f53758dd47" providerId="LiveId" clId="{FF872134-BDC0-4F0B-939C-39663BFB449C}" dt="2025-06-04T11:35:06.556" v="5798" actId="1076"/>
          <ac:spMkLst>
            <pc:docMk/>
            <pc:sldMk cId="187773057" sldId="398"/>
            <ac:spMk id="41" creationId="{7ED80D5D-C961-B5A2-E3D0-1ACD8B8AA565}"/>
          </ac:spMkLst>
        </pc:spChg>
        <pc:spChg chg="add mod">
          <ac:chgData name="지우 김" userId="5210e3f53758dd47" providerId="LiveId" clId="{FF872134-BDC0-4F0B-939C-39663BFB449C}" dt="2025-06-04T11:34:54.270" v="5795" actId="1076"/>
          <ac:spMkLst>
            <pc:docMk/>
            <pc:sldMk cId="187773057" sldId="398"/>
            <ac:spMk id="42" creationId="{CA286342-444A-3495-9B4B-5F146E07351A}"/>
          </ac:spMkLst>
        </pc:spChg>
        <pc:spChg chg="add mod">
          <ac:chgData name="지우 김" userId="5210e3f53758dd47" providerId="LiveId" clId="{FF872134-BDC0-4F0B-939C-39663BFB449C}" dt="2025-06-04T11:38:11.846" v="5842" actId="1076"/>
          <ac:spMkLst>
            <pc:docMk/>
            <pc:sldMk cId="187773057" sldId="398"/>
            <ac:spMk id="49" creationId="{66FEE448-C994-7CCA-D69A-7EA1CBCD315F}"/>
          </ac:spMkLst>
        </pc:spChg>
        <pc:spChg chg="add mod">
          <ac:chgData name="지우 김" userId="5210e3f53758dd47" providerId="LiveId" clId="{FF872134-BDC0-4F0B-939C-39663BFB449C}" dt="2025-06-04T11:36:07.624" v="5813" actId="1076"/>
          <ac:spMkLst>
            <pc:docMk/>
            <pc:sldMk cId="187773057" sldId="398"/>
            <ac:spMk id="50" creationId="{2C2BB7DA-3375-0F72-C5B2-28DCE1B5C954}"/>
          </ac:spMkLst>
        </pc:spChg>
        <pc:spChg chg="add mod">
          <ac:chgData name="지우 김" userId="5210e3f53758dd47" providerId="LiveId" clId="{FF872134-BDC0-4F0B-939C-39663BFB449C}" dt="2025-06-04T11:33:38.966" v="5781" actId="571"/>
          <ac:spMkLst>
            <pc:docMk/>
            <pc:sldMk cId="187773057" sldId="398"/>
            <ac:spMk id="61" creationId="{B36D3EA3-EA12-99A3-4AA3-D2A3AB4E3B6C}"/>
          </ac:spMkLst>
        </pc:spChg>
        <pc:spChg chg="add del mod">
          <ac:chgData name="지우 김" userId="5210e3f53758dd47" providerId="LiveId" clId="{FF872134-BDC0-4F0B-939C-39663BFB449C}" dt="2025-06-04T11:46:50.752" v="6102" actId="164"/>
          <ac:spMkLst>
            <pc:docMk/>
            <pc:sldMk cId="187773057" sldId="398"/>
            <ac:spMk id="73" creationId="{DA0695B6-3548-7787-69C1-3E9361FD29EB}"/>
          </ac:spMkLst>
        </pc:spChg>
        <pc:grpChg chg="add del mod">
          <ac:chgData name="지우 김" userId="5210e3f53758dd47" providerId="LiveId" clId="{FF872134-BDC0-4F0B-939C-39663BFB449C}" dt="2025-06-04T11:46:50.752" v="6102" actId="164"/>
          <ac:grpSpMkLst>
            <pc:docMk/>
            <pc:sldMk cId="187773057" sldId="398"/>
            <ac:grpSpMk id="62" creationId="{BACDD06F-C455-E10F-DDB2-B7DAF34E7FD0}"/>
          </ac:grpSpMkLst>
        </pc:grpChg>
        <pc:grpChg chg="add mod">
          <ac:chgData name="지우 김" userId="5210e3f53758dd47" providerId="LiveId" clId="{FF872134-BDC0-4F0B-939C-39663BFB449C}" dt="2025-06-04T11:46:50.752" v="6102" actId="164"/>
          <ac:grpSpMkLst>
            <pc:docMk/>
            <pc:sldMk cId="187773057" sldId="398"/>
            <ac:grpSpMk id="76" creationId="{8B793708-A7F3-BCED-83F0-55902E939D58}"/>
          </ac:grpSpMkLst>
        </pc:grpChg>
        <pc:picChg chg="add del mod">
          <ac:chgData name="지우 김" userId="5210e3f53758dd47" providerId="LiveId" clId="{FF872134-BDC0-4F0B-939C-39663BFB449C}" dt="2025-06-04T11:02:54.751" v="4056" actId="478"/>
          <ac:picMkLst>
            <pc:docMk/>
            <pc:sldMk cId="187773057" sldId="398"/>
            <ac:picMk id="4" creationId="{F8AEB76C-52A9-48A3-4B8A-8EC8537E1789}"/>
          </ac:picMkLst>
        </pc:picChg>
        <pc:picChg chg="add mod">
          <ac:chgData name="지우 김" userId="5210e3f53758dd47" providerId="LiveId" clId="{FF872134-BDC0-4F0B-939C-39663BFB449C}" dt="2025-06-04T11:33:38.966" v="5781" actId="571"/>
          <ac:picMkLst>
            <pc:docMk/>
            <pc:sldMk cId="187773057" sldId="398"/>
            <ac:picMk id="12" creationId="{88A30F68-44B8-C251-EFFD-F373ADE6E725}"/>
          </ac:picMkLst>
        </pc:picChg>
        <pc:picChg chg="add mod">
          <ac:chgData name="지우 김" userId="5210e3f53758dd47" providerId="LiveId" clId="{FF872134-BDC0-4F0B-939C-39663BFB449C}" dt="2025-06-04T11:04:48.988" v="4082" actId="1076"/>
          <ac:picMkLst>
            <pc:docMk/>
            <pc:sldMk cId="187773057" sldId="398"/>
            <ac:picMk id="15" creationId="{A2C65C7B-57D0-0271-44C3-06F129EF52E2}"/>
          </ac:picMkLst>
        </pc:picChg>
        <pc:picChg chg="add mod">
          <ac:chgData name="지우 김" userId="5210e3f53758dd47" providerId="LiveId" clId="{FF872134-BDC0-4F0B-939C-39663BFB449C}" dt="2025-06-04T11:22:53.449" v="5089" actId="1076"/>
          <ac:picMkLst>
            <pc:docMk/>
            <pc:sldMk cId="187773057" sldId="398"/>
            <ac:picMk id="22" creationId="{B9D34D8D-A7E2-9699-AF3D-028B86D8B21C}"/>
          </ac:picMkLst>
        </pc:picChg>
        <pc:picChg chg="add mod">
          <ac:chgData name="지우 김" userId="5210e3f53758dd47" providerId="LiveId" clId="{FF872134-BDC0-4F0B-939C-39663BFB449C}" dt="2025-06-04T11:08:44.761" v="4159" actId="1076"/>
          <ac:picMkLst>
            <pc:docMk/>
            <pc:sldMk cId="187773057" sldId="398"/>
            <ac:picMk id="26" creationId="{3524817F-5E03-115D-2927-7BBF6AEE5DD8}"/>
          </ac:picMkLst>
        </pc:picChg>
        <pc:picChg chg="add del">
          <ac:chgData name="지우 김" userId="5210e3f53758dd47" providerId="LiveId" clId="{FF872134-BDC0-4F0B-939C-39663BFB449C}" dt="2025-06-04T11:07:17.897" v="4133" actId="478"/>
          <ac:picMkLst>
            <pc:docMk/>
            <pc:sldMk cId="187773057" sldId="398"/>
            <ac:picMk id="28" creationId="{C878FCA0-9C0F-6767-12C7-F0E7FD4E356E}"/>
          </ac:picMkLst>
        </pc:picChg>
        <pc:picChg chg="add mod">
          <ac:chgData name="지우 김" userId="5210e3f53758dd47" providerId="LiveId" clId="{FF872134-BDC0-4F0B-939C-39663BFB449C}" dt="2025-06-04T11:08:33.416" v="4156" actId="1076"/>
          <ac:picMkLst>
            <pc:docMk/>
            <pc:sldMk cId="187773057" sldId="398"/>
            <ac:picMk id="30" creationId="{103135DA-51DC-6B4D-373A-5879921AD099}"/>
          </ac:picMkLst>
        </pc:picChg>
        <pc:picChg chg="add mod">
          <ac:chgData name="지우 김" userId="5210e3f53758dd47" providerId="LiveId" clId="{FF872134-BDC0-4F0B-939C-39663BFB449C}" dt="2025-06-04T11:34:54.270" v="5795" actId="1076"/>
          <ac:picMkLst>
            <pc:docMk/>
            <pc:sldMk cId="187773057" sldId="398"/>
            <ac:picMk id="37" creationId="{00010FB4-3D7A-749B-105B-2CDD6F77A79F}"/>
          </ac:picMkLst>
        </pc:picChg>
        <pc:picChg chg="add del mod">
          <ac:chgData name="지우 김" userId="5210e3f53758dd47" providerId="LiveId" clId="{FF872134-BDC0-4F0B-939C-39663BFB449C}" dt="2025-06-04T11:17:33.981" v="4611" actId="478"/>
          <ac:picMkLst>
            <pc:docMk/>
            <pc:sldMk cId="187773057" sldId="398"/>
            <ac:picMk id="39" creationId="{36AF7ED2-FE41-69F8-7054-BBA2AF60F615}"/>
          </ac:picMkLst>
        </pc:picChg>
        <pc:picChg chg="add mod">
          <ac:chgData name="지우 김" userId="5210e3f53758dd47" providerId="LiveId" clId="{FF872134-BDC0-4F0B-939C-39663BFB449C}" dt="2025-06-04T11:35:28.018" v="5801" actId="1076"/>
          <ac:picMkLst>
            <pc:docMk/>
            <pc:sldMk cId="187773057" sldId="398"/>
            <ac:picMk id="44" creationId="{3888D9B8-24E2-BA3C-6BC9-FAEDE34BD21C}"/>
          </ac:picMkLst>
        </pc:picChg>
        <pc:picChg chg="add del mod">
          <ac:chgData name="지우 김" userId="5210e3f53758dd47" providerId="LiveId" clId="{FF872134-BDC0-4F0B-939C-39663BFB449C}" dt="2025-06-04T11:46:41.544" v="6098" actId="22"/>
          <ac:picMkLst>
            <pc:docMk/>
            <pc:sldMk cId="187773057" sldId="398"/>
            <ac:picMk id="75" creationId="{132CD6D5-7196-6DAC-376C-C72EE66213AD}"/>
          </ac:picMkLst>
        </pc:picChg>
        <pc:picChg chg="add del mod">
          <ac:chgData name="지우 김" userId="5210e3f53758dd47" providerId="LiveId" clId="{FF872134-BDC0-4F0B-939C-39663BFB449C}" dt="2025-06-04T11:46:50.752" v="6102" actId="164"/>
          <ac:picMkLst>
            <pc:docMk/>
            <pc:sldMk cId="187773057" sldId="398"/>
            <ac:picMk id="1026" creationId="{D4D8EC2E-F0E8-56B5-1FED-B66424E83420}"/>
          </ac:picMkLst>
        </pc:picChg>
        <pc:cxnChg chg="mod">
          <ac:chgData name="지우 김" userId="5210e3f53758dd47" providerId="LiveId" clId="{FF872134-BDC0-4F0B-939C-39663BFB449C}" dt="2025-06-04T11:31:20.332" v="5592" actId="1076"/>
          <ac:cxnSpMkLst>
            <pc:docMk/>
            <pc:sldMk cId="187773057" sldId="398"/>
            <ac:cxnSpMk id="6" creationId="{4C874AD8-7D40-8ED0-4E77-3A71FCEC25F4}"/>
          </ac:cxnSpMkLst>
        </pc:cxnChg>
        <pc:cxnChg chg="add mod">
          <ac:chgData name="지우 김" userId="5210e3f53758dd47" providerId="LiveId" clId="{FF872134-BDC0-4F0B-939C-39663BFB449C}" dt="2025-06-04T11:37:15.661" v="5837" actId="1076"/>
          <ac:cxnSpMkLst>
            <pc:docMk/>
            <pc:sldMk cId="187773057" sldId="398"/>
            <ac:cxnSpMk id="21" creationId="{00340DC8-0656-071E-9E4B-6F3A3B3ACE7D}"/>
          </ac:cxnSpMkLst>
        </pc:cxnChg>
        <pc:cxnChg chg="add mod">
          <ac:chgData name="지우 김" userId="5210e3f53758dd47" providerId="LiveId" clId="{FF872134-BDC0-4F0B-939C-39663BFB449C}" dt="2025-06-04T11:08:15.409" v="4151" actId="1076"/>
          <ac:cxnSpMkLst>
            <pc:docMk/>
            <pc:sldMk cId="187773057" sldId="398"/>
            <ac:cxnSpMk id="31" creationId="{4A1E8E7B-0F40-4FB4-9C6F-19C185368F4E}"/>
          </ac:cxnSpMkLst>
        </pc:cxnChg>
        <pc:cxnChg chg="add mod">
          <ac:chgData name="지우 김" userId="5210e3f53758dd47" providerId="LiveId" clId="{FF872134-BDC0-4F0B-939C-39663BFB449C}" dt="2025-06-04T11:08:40.704" v="4158" actId="1076"/>
          <ac:cxnSpMkLst>
            <pc:docMk/>
            <pc:sldMk cId="187773057" sldId="398"/>
            <ac:cxnSpMk id="32" creationId="{505FD5E7-E6F6-6F88-9C55-BC1C781D7117}"/>
          </ac:cxnSpMkLst>
        </pc:cxnChg>
        <pc:cxnChg chg="add del mod">
          <ac:chgData name="지우 김" userId="5210e3f53758dd47" providerId="LiveId" clId="{FF872134-BDC0-4F0B-939C-39663BFB449C}" dt="2025-06-04T11:27:59.728" v="5452" actId="478"/>
          <ac:cxnSpMkLst>
            <pc:docMk/>
            <pc:sldMk cId="187773057" sldId="398"/>
            <ac:cxnSpMk id="40" creationId="{67460AEB-8312-B2D1-1931-AD3F5EE78329}"/>
          </ac:cxnSpMkLst>
        </pc:cxnChg>
        <pc:cxnChg chg="add del mod">
          <ac:chgData name="지우 김" userId="5210e3f53758dd47" providerId="LiveId" clId="{FF872134-BDC0-4F0B-939C-39663BFB449C}" dt="2025-06-04T11:35:30.246" v="5802" actId="478"/>
          <ac:cxnSpMkLst>
            <pc:docMk/>
            <pc:sldMk cId="187773057" sldId="398"/>
            <ac:cxnSpMk id="46" creationId="{38315DF1-9424-3E2F-80CC-619F5D1FAA3F}"/>
          </ac:cxnSpMkLst>
        </pc:cxnChg>
        <pc:cxnChg chg="add del mod">
          <ac:chgData name="지우 김" userId="5210e3f53758dd47" providerId="LiveId" clId="{FF872134-BDC0-4F0B-939C-39663BFB449C}" dt="2025-06-04T11:33:29.295" v="5780" actId="478"/>
          <ac:cxnSpMkLst>
            <pc:docMk/>
            <pc:sldMk cId="187773057" sldId="398"/>
            <ac:cxnSpMk id="51" creationId="{7ED66AB0-A407-448A-9DAB-BD28C826756D}"/>
          </ac:cxnSpMkLst>
        </pc:cxnChg>
        <pc:cxnChg chg="add del mod">
          <ac:chgData name="지우 김" userId="5210e3f53758dd47" providerId="LiveId" clId="{FF872134-BDC0-4F0B-939C-39663BFB449C}" dt="2025-06-04T11:29:56.472" v="5474" actId="478"/>
          <ac:cxnSpMkLst>
            <pc:docMk/>
            <pc:sldMk cId="187773057" sldId="398"/>
            <ac:cxnSpMk id="56" creationId="{81B45079-8E3F-48EA-4665-7A3FC6B511A0}"/>
          </ac:cxnSpMkLst>
        </pc:cxnChg>
        <pc:cxnChg chg="mod">
          <ac:chgData name="지우 김" userId="5210e3f53758dd47" providerId="LiveId" clId="{FF872134-BDC0-4F0B-939C-39663BFB449C}" dt="2025-06-04T11:34:57.224" v="5796" actId="14100"/>
          <ac:cxnSpMkLst>
            <pc:docMk/>
            <pc:sldMk cId="187773057" sldId="398"/>
            <ac:cxnSpMk id="63" creationId="{AB46554B-7F96-2697-E895-AD66A1203C24}"/>
          </ac:cxnSpMkLst>
        </pc:cxnChg>
        <pc:cxnChg chg="add mod">
          <ac:chgData name="지우 김" userId="5210e3f53758dd47" providerId="LiveId" clId="{FF872134-BDC0-4F0B-939C-39663BFB449C}" dt="2025-06-04T11:33:39.214" v="5782"/>
          <ac:cxnSpMkLst>
            <pc:docMk/>
            <pc:sldMk cId="187773057" sldId="398"/>
            <ac:cxnSpMk id="64" creationId="{0E83C80F-8FEC-39DC-1CFA-41D669B15F09}"/>
          </ac:cxnSpMkLst>
        </pc:cxnChg>
        <pc:cxnChg chg="add del mod">
          <ac:chgData name="지우 김" userId="5210e3f53758dd47" providerId="LiveId" clId="{FF872134-BDC0-4F0B-939C-39663BFB449C}" dt="2025-06-04T11:46:50.752" v="6102" actId="164"/>
          <ac:cxnSpMkLst>
            <pc:docMk/>
            <pc:sldMk cId="187773057" sldId="398"/>
            <ac:cxnSpMk id="68" creationId="{004A5360-9B03-3443-5ED9-44986E26E51B}"/>
          </ac:cxnSpMkLst>
        </pc:cxnChg>
        <pc:cxnChg chg="add del mod">
          <ac:chgData name="지우 김" userId="5210e3f53758dd47" providerId="LiveId" clId="{FF872134-BDC0-4F0B-939C-39663BFB449C}" dt="2025-06-04T11:46:50.752" v="6102" actId="164"/>
          <ac:cxnSpMkLst>
            <pc:docMk/>
            <pc:sldMk cId="187773057" sldId="398"/>
            <ac:cxnSpMk id="70" creationId="{6435B3F8-DF24-DD27-6302-149F3F3E3750}"/>
          </ac:cxnSpMkLst>
        </pc:cxnChg>
      </pc:sldChg>
      <pc:sldChg chg="addSp delSp modSp add mod">
        <pc:chgData name="지우 김" userId="5210e3f53758dd47" providerId="LiveId" clId="{FF872134-BDC0-4F0B-939C-39663BFB449C}" dt="2025-06-04T14:14:26.615" v="12665" actId="20577"/>
        <pc:sldMkLst>
          <pc:docMk/>
          <pc:sldMk cId="684312604" sldId="399"/>
        </pc:sldMkLst>
        <pc:spChg chg="add mod">
          <ac:chgData name="지우 김" userId="5210e3f53758dd47" providerId="LiveId" clId="{FF872134-BDC0-4F0B-939C-39663BFB449C}" dt="2025-06-04T14:12:36.705" v="12514" actId="164"/>
          <ac:spMkLst>
            <pc:docMk/>
            <pc:sldMk cId="684312604" sldId="399"/>
            <ac:spMk id="4" creationId="{49408B64-7B9D-9CAA-6E08-096CF1D96EE6}"/>
          </ac:spMkLst>
        </pc:spChg>
        <pc:spChg chg="del">
          <ac:chgData name="지우 김" userId="5210e3f53758dd47" providerId="LiveId" clId="{FF872134-BDC0-4F0B-939C-39663BFB449C}" dt="2025-06-04T13:29:58.854" v="8469" actId="478"/>
          <ac:spMkLst>
            <pc:docMk/>
            <pc:sldMk cId="684312604" sldId="399"/>
            <ac:spMk id="5" creationId="{5AE260FE-0FB0-9ABA-77B2-73DE96566B02}"/>
          </ac:spMkLst>
        </pc:spChg>
        <pc:spChg chg="add mod">
          <ac:chgData name="지우 김" userId="5210e3f53758dd47" providerId="LiveId" clId="{FF872134-BDC0-4F0B-939C-39663BFB449C}" dt="2025-06-04T14:13:42.109" v="12608" actId="20577"/>
          <ac:spMkLst>
            <pc:docMk/>
            <pc:sldMk cId="684312604" sldId="399"/>
            <ac:spMk id="7" creationId="{CDB5C8C2-6D5D-A627-40E1-CF4841D96948}"/>
          </ac:spMkLst>
        </pc:spChg>
        <pc:spChg chg="mod">
          <ac:chgData name="지우 김" userId="5210e3f53758dd47" providerId="LiveId" clId="{FF872134-BDC0-4F0B-939C-39663BFB449C}" dt="2025-06-04T13:14:54.207" v="8466" actId="20577"/>
          <ac:spMkLst>
            <pc:docMk/>
            <pc:sldMk cId="684312604" sldId="399"/>
            <ac:spMk id="9" creationId="{75E4F646-EE22-AD0E-C0A0-D290ABC1FB10}"/>
          </ac:spMkLst>
        </pc:spChg>
        <pc:spChg chg="add mod">
          <ac:chgData name="지우 김" userId="5210e3f53758dd47" providerId="LiveId" clId="{FF872134-BDC0-4F0B-939C-39663BFB449C}" dt="2025-06-04T14:12:27.184" v="12510" actId="164"/>
          <ac:spMkLst>
            <pc:docMk/>
            <pc:sldMk cId="684312604" sldId="399"/>
            <ac:spMk id="10" creationId="{C2C5A0AB-2119-9C91-FACB-93F0A83BA926}"/>
          </ac:spMkLst>
        </pc:spChg>
        <pc:spChg chg="add mod">
          <ac:chgData name="지우 김" userId="5210e3f53758dd47" providerId="LiveId" clId="{FF872134-BDC0-4F0B-939C-39663BFB449C}" dt="2025-06-04T14:14:26.615" v="12665" actId="20577"/>
          <ac:spMkLst>
            <pc:docMk/>
            <pc:sldMk cId="684312604" sldId="399"/>
            <ac:spMk id="12" creationId="{1F4D3AC1-FFF4-DD1D-EFA2-78E5B1129D21}"/>
          </ac:spMkLst>
        </pc:spChg>
        <pc:spChg chg="del">
          <ac:chgData name="지우 김" userId="5210e3f53758dd47" providerId="LiveId" clId="{FF872134-BDC0-4F0B-939C-39663BFB449C}" dt="2025-06-04T13:29:57.711" v="8468" actId="478"/>
          <ac:spMkLst>
            <pc:docMk/>
            <pc:sldMk cId="684312604" sldId="399"/>
            <ac:spMk id="16" creationId="{88F22A9D-1F43-76E2-00E7-14D5CB0ACC02}"/>
          </ac:spMkLst>
        </pc:spChg>
        <pc:spChg chg="mod">
          <ac:chgData name="지우 김" userId="5210e3f53758dd47" providerId="LiveId" clId="{FF872134-BDC0-4F0B-939C-39663BFB449C}" dt="2025-06-04T10:03:32.730" v="678" actId="20577"/>
          <ac:spMkLst>
            <pc:docMk/>
            <pc:sldMk cId="684312604" sldId="399"/>
            <ac:spMk id="19" creationId="{EA5FA247-02AE-1A12-BEF1-ECD28D8AE659}"/>
          </ac:spMkLst>
        </pc:spChg>
        <pc:spChg chg="mod">
          <ac:chgData name="지우 김" userId="5210e3f53758dd47" providerId="LiveId" clId="{FF872134-BDC0-4F0B-939C-39663BFB449C}" dt="2025-06-04T10:03:24.850" v="632" actId="20577"/>
          <ac:spMkLst>
            <pc:docMk/>
            <pc:sldMk cId="684312604" sldId="399"/>
            <ac:spMk id="20" creationId="{9C4F2BDF-F73A-5B14-525D-B2D137C9A889}"/>
          </ac:spMkLst>
        </pc:spChg>
        <pc:grpChg chg="add mod">
          <ac:chgData name="지우 김" userId="5210e3f53758dd47" providerId="LiveId" clId="{FF872134-BDC0-4F0B-939C-39663BFB449C}" dt="2025-06-04T14:12:51.775" v="12516" actId="1076"/>
          <ac:grpSpMkLst>
            <pc:docMk/>
            <pc:sldMk cId="684312604" sldId="399"/>
            <ac:grpSpMk id="14" creationId="{64BB1765-24F4-8B9E-DAD0-A7CF8A0AECC0}"/>
          </ac:grpSpMkLst>
        </pc:grpChg>
        <pc:grpChg chg="add mod">
          <ac:chgData name="지우 김" userId="5210e3f53758dd47" providerId="LiveId" clId="{FF872134-BDC0-4F0B-939C-39663BFB449C}" dt="2025-06-04T14:12:51.775" v="12516" actId="1076"/>
          <ac:grpSpMkLst>
            <pc:docMk/>
            <pc:sldMk cId="684312604" sldId="399"/>
            <ac:grpSpMk id="15" creationId="{5D835E9B-EE9C-F492-5AAC-1B5CA0D0748F}"/>
          </ac:grpSpMkLst>
        </pc:grpChg>
      </pc:sldChg>
      <pc:sldChg chg="new del">
        <pc:chgData name="지우 김" userId="5210e3f53758dd47" providerId="LiveId" clId="{FF872134-BDC0-4F0B-939C-39663BFB449C}" dt="2025-06-04T10:03:21.411" v="629" actId="680"/>
        <pc:sldMkLst>
          <pc:docMk/>
          <pc:sldMk cId="848944661" sldId="399"/>
        </pc:sldMkLst>
      </pc:sldChg>
      <pc:sldChg chg="addSp delSp modSp new mod setBg">
        <pc:chgData name="지우 김" userId="5210e3f53758dd47" providerId="LiveId" clId="{FF872134-BDC0-4F0B-939C-39663BFB449C}" dt="2025-06-04T11:54:05.138" v="6312"/>
        <pc:sldMkLst>
          <pc:docMk/>
          <pc:sldMk cId="4163417359" sldId="400"/>
        </pc:sldMkLst>
        <pc:spChg chg="add mod">
          <ac:chgData name="지우 김" userId="5210e3f53758dd47" providerId="LiveId" clId="{FF872134-BDC0-4F0B-939C-39663BFB449C}" dt="2025-06-04T10:14:36.349" v="1249" actId="20577"/>
          <ac:spMkLst>
            <pc:docMk/>
            <pc:sldMk cId="4163417359" sldId="400"/>
            <ac:spMk id="2" creationId="{2F965BAC-5BB6-B49B-ADAE-5D91C092993D}"/>
          </ac:spMkLst>
        </pc:spChg>
        <pc:spChg chg="add del mod">
          <ac:chgData name="지우 김" userId="5210e3f53758dd47" providerId="LiveId" clId="{FF872134-BDC0-4F0B-939C-39663BFB449C}" dt="2025-06-04T10:12:01.044" v="1094" actId="478"/>
          <ac:spMkLst>
            <pc:docMk/>
            <pc:sldMk cId="4163417359" sldId="400"/>
            <ac:spMk id="8" creationId="{6A4A8BDA-91E4-B1D3-B2AD-821B4A97E020}"/>
          </ac:spMkLst>
        </pc:spChg>
        <pc:spChg chg="add mod">
          <ac:chgData name="지우 김" userId="5210e3f53758dd47" providerId="LiveId" clId="{FF872134-BDC0-4F0B-939C-39663BFB449C}" dt="2025-06-04T10:13:18.081" v="1175" actId="113"/>
          <ac:spMkLst>
            <pc:docMk/>
            <pc:sldMk cId="4163417359" sldId="400"/>
            <ac:spMk id="9" creationId="{84D96D52-D884-5177-476B-1685E41CDAB6}"/>
          </ac:spMkLst>
        </pc:spChg>
        <pc:spChg chg="add mod">
          <ac:chgData name="지우 김" userId="5210e3f53758dd47" providerId="LiveId" clId="{FF872134-BDC0-4F0B-939C-39663BFB449C}" dt="2025-06-04T10:14:02.956" v="1246" actId="1076"/>
          <ac:spMkLst>
            <pc:docMk/>
            <pc:sldMk cId="4163417359" sldId="400"/>
            <ac:spMk id="10" creationId="{02C63ED7-28C4-41DF-64B7-7E031C8FB2E7}"/>
          </ac:spMkLst>
        </pc:spChg>
        <pc:spChg chg="mod">
          <ac:chgData name="지우 김" userId="5210e3f53758dd47" providerId="LiveId" clId="{FF872134-BDC0-4F0B-939C-39663BFB449C}" dt="2025-06-04T10:37:47.690" v="3480"/>
          <ac:spMkLst>
            <pc:docMk/>
            <pc:sldMk cId="4163417359" sldId="400"/>
            <ac:spMk id="12" creationId="{950D3073-B9D5-14C7-0E66-9676DE581F30}"/>
          </ac:spMkLst>
        </pc:spChg>
        <pc:spChg chg="mod">
          <ac:chgData name="지우 김" userId="5210e3f53758dd47" providerId="LiveId" clId="{FF872134-BDC0-4F0B-939C-39663BFB449C}" dt="2025-06-04T10:37:47.690" v="3480"/>
          <ac:spMkLst>
            <pc:docMk/>
            <pc:sldMk cId="4163417359" sldId="400"/>
            <ac:spMk id="13" creationId="{7AE45092-469C-B8C6-44FA-6C0DF4FB89C8}"/>
          </ac:spMkLst>
        </pc:spChg>
        <pc:grpChg chg="add mod">
          <ac:chgData name="지우 김" userId="5210e3f53758dd47" providerId="LiveId" clId="{FF872134-BDC0-4F0B-939C-39663BFB449C}" dt="2025-06-04T10:09:58.321" v="1030" actId="1076"/>
          <ac:grpSpMkLst>
            <pc:docMk/>
            <pc:sldMk cId="4163417359" sldId="400"/>
            <ac:grpSpMk id="4" creationId="{812DDD4C-2AE3-D3CE-DCED-0D4AA95EF774}"/>
          </ac:grpSpMkLst>
        </pc:grpChg>
        <pc:grpChg chg="add mod">
          <ac:chgData name="지우 김" userId="5210e3f53758dd47" providerId="LiveId" clId="{FF872134-BDC0-4F0B-939C-39663BFB449C}" dt="2025-06-04T10:37:47.690" v="3480"/>
          <ac:grpSpMkLst>
            <pc:docMk/>
            <pc:sldMk cId="4163417359" sldId="400"/>
            <ac:grpSpMk id="11" creationId="{D9EE4168-A60C-6F33-10CC-FB141B85F3F1}"/>
          </ac:grpSpMkLst>
        </pc:grpChg>
        <pc:picChg chg="add mod">
          <ac:chgData name="지우 김" userId="5210e3f53758dd47" providerId="LiveId" clId="{FF872134-BDC0-4F0B-939C-39663BFB449C}" dt="2025-06-04T10:14:20.426" v="1248" actId="1076"/>
          <ac:picMkLst>
            <pc:docMk/>
            <pc:sldMk cId="4163417359" sldId="400"/>
            <ac:picMk id="5" creationId="{76FE262C-CA8B-F8C3-837F-B530771DB0DA}"/>
          </ac:picMkLst>
        </pc:picChg>
        <pc:picChg chg="add del mod">
          <ac:chgData name="지우 김" userId="5210e3f53758dd47" providerId="LiveId" clId="{FF872134-BDC0-4F0B-939C-39663BFB449C}" dt="2025-06-04T10:11:58.809" v="1093" actId="478"/>
          <ac:picMkLst>
            <pc:docMk/>
            <pc:sldMk cId="4163417359" sldId="400"/>
            <ac:picMk id="6" creationId="{9E7476FB-B802-DA9D-DF97-1F9D132065A2}"/>
          </ac:picMkLst>
        </pc:picChg>
        <pc:picChg chg="add mod">
          <ac:chgData name="지우 김" userId="5210e3f53758dd47" providerId="LiveId" clId="{FF872134-BDC0-4F0B-939C-39663BFB449C}" dt="2025-06-04T10:10:21.293" v="1034"/>
          <ac:picMkLst>
            <pc:docMk/>
            <pc:sldMk cId="4163417359" sldId="400"/>
            <ac:picMk id="7" creationId="{96B3B398-89D5-814B-A7D8-6FF4FBF2C356}"/>
          </ac:picMkLst>
        </pc:picChg>
        <pc:cxnChg chg="add mod">
          <ac:chgData name="지우 김" userId="5210e3f53758dd47" providerId="LiveId" clId="{FF872134-BDC0-4F0B-939C-39663BFB449C}" dt="2025-06-04T10:08:05.018" v="794" actId="164"/>
          <ac:cxnSpMkLst>
            <pc:docMk/>
            <pc:sldMk cId="4163417359" sldId="400"/>
            <ac:cxnSpMk id="3" creationId="{AB7D47A5-515B-FA2D-8356-C2CCE7958AB7}"/>
          </ac:cxnSpMkLst>
        </pc:cxnChg>
      </pc:sldChg>
      <pc:sldChg chg="add del">
        <pc:chgData name="지우 김" userId="5210e3f53758dd47" providerId="LiveId" clId="{FF872134-BDC0-4F0B-939C-39663BFB449C}" dt="2025-06-04T11:46:02.569" v="6083" actId="47"/>
        <pc:sldMkLst>
          <pc:docMk/>
          <pc:sldMk cId="2753711311" sldId="401"/>
        </pc:sldMkLst>
      </pc:sldChg>
      <pc:sldChg chg="add del">
        <pc:chgData name="지우 김" userId="5210e3f53758dd47" providerId="LiveId" clId="{FF872134-BDC0-4F0B-939C-39663BFB449C}" dt="2025-06-04T13:14:56.442" v="8467" actId="47"/>
        <pc:sldMkLst>
          <pc:docMk/>
          <pc:sldMk cId="1760553890" sldId="402"/>
        </pc:sldMkLst>
      </pc:sldChg>
      <pc:sldChg chg="addSp delSp modSp add mod">
        <pc:chgData name="지우 김" userId="5210e3f53758dd47" providerId="LiveId" clId="{FF872134-BDC0-4F0B-939C-39663BFB449C}" dt="2025-06-04T13:14:44.627" v="8464" actId="20577"/>
        <pc:sldMkLst>
          <pc:docMk/>
          <pc:sldMk cId="370171232" sldId="403"/>
        </pc:sldMkLst>
        <pc:spChg chg="add mod">
          <ac:chgData name="지우 김" userId="5210e3f53758dd47" providerId="LiveId" clId="{FF872134-BDC0-4F0B-939C-39663BFB449C}" dt="2025-06-04T11:49:12.415" v="6154" actId="164"/>
          <ac:spMkLst>
            <pc:docMk/>
            <pc:sldMk cId="370171232" sldId="403"/>
            <ac:spMk id="4" creationId="{5D0D61F0-63D3-AF6D-2A88-9F40C7FF5297}"/>
          </ac:spMkLst>
        </pc:spChg>
        <pc:spChg chg="mod ord topLvl">
          <ac:chgData name="지우 김" userId="5210e3f53758dd47" providerId="LiveId" clId="{FF872134-BDC0-4F0B-939C-39663BFB449C}" dt="2025-06-04T11:49:12.415" v="6154" actId="164"/>
          <ac:spMkLst>
            <pc:docMk/>
            <pc:sldMk cId="370171232" sldId="403"/>
            <ac:spMk id="7" creationId="{47EB08C3-EC7E-1ED5-5893-7F740D28AE97}"/>
          </ac:spMkLst>
        </pc:spChg>
        <pc:spChg chg="mod">
          <ac:chgData name="지우 김" userId="5210e3f53758dd47" providerId="LiveId" clId="{FF872134-BDC0-4F0B-939C-39663BFB449C}" dt="2025-06-04T13:14:44.627" v="8464" actId="20577"/>
          <ac:spMkLst>
            <pc:docMk/>
            <pc:sldMk cId="370171232" sldId="403"/>
            <ac:spMk id="9" creationId="{CB625722-8C35-05B2-0EB2-08111AC07B5A}"/>
          </ac:spMkLst>
        </pc:spChg>
        <pc:spChg chg="mod">
          <ac:chgData name="지우 김" userId="5210e3f53758dd47" providerId="LiveId" clId="{FF872134-BDC0-4F0B-939C-39663BFB449C}" dt="2025-06-04T11:47:49.091" v="6119" actId="20577"/>
          <ac:spMkLst>
            <pc:docMk/>
            <pc:sldMk cId="370171232" sldId="403"/>
            <ac:spMk id="19" creationId="{4C0A3C16-E073-43CD-8081-335E9C4B4BBA}"/>
          </ac:spMkLst>
        </pc:spChg>
        <pc:spChg chg="del mod topLvl">
          <ac:chgData name="지우 김" userId="5210e3f53758dd47" providerId="LiveId" clId="{FF872134-BDC0-4F0B-939C-39663BFB449C}" dt="2025-06-04T11:58:19.061" v="6416" actId="478"/>
          <ac:spMkLst>
            <pc:docMk/>
            <pc:sldMk cId="370171232" sldId="403"/>
            <ac:spMk id="33" creationId="{DA51AE55-A110-8E2D-9A81-CAFD4697F66A}"/>
          </ac:spMkLst>
        </pc:spChg>
        <pc:spChg chg="mod topLvl">
          <ac:chgData name="지우 김" userId="5210e3f53758dd47" providerId="LiveId" clId="{FF872134-BDC0-4F0B-939C-39663BFB449C}" dt="2025-06-04T12:42:53.886" v="8437" actId="1038"/>
          <ac:spMkLst>
            <pc:docMk/>
            <pc:sldMk cId="370171232" sldId="403"/>
            <ac:spMk id="34" creationId="{1D14FA0B-0B93-4963-2032-99924E7C73E6}"/>
          </ac:spMkLst>
        </pc:spChg>
        <pc:spChg chg="del mod topLvl">
          <ac:chgData name="지우 김" userId="5210e3f53758dd47" providerId="LiveId" clId="{FF872134-BDC0-4F0B-939C-39663BFB449C}" dt="2025-06-04T12:12:41.624" v="7137" actId="478"/>
          <ac:spMkLst>
            <pc:docMk/>
            <pc:sldMk cId="370171232" sldId="403"/>
            <ac:spMk id="35" creationId="{265AFA53-B6DB-6C88-D640-A89633284F51}"/>
          </ac:spMkLst>
        </pc:spChg>
        <pc:spChg chg="del mod topLvl">
          <ac:chgData name="지우 김" userId="5210e3f53758dd47" providerId="LiveId" clId="{FF872134-BDC0-4F0B-939C-39663BFB449C}" dt="2025-06-04T11:58:25.006" v="6420" actId="478"/>
          <ac:spMkLst>
            <pc:docMk/>
            <pc:sldMk cId="370171232" sldId="403"/>
            <ac:spMk id="41" creationId="{E50D4757-9E77-95E2-FE7E-02E48C4BDE75}"/>
          </ac:spMkLst>
        </pc:spChg>
        <pc:spChg chg="del mod topLvl">
          <ac:chgData name="지우 김" userId="5210e3f53758dd47" providerId="LiveId" clId="{FF872134-BDC0-4F0B-939C-39663BFB449C}" dt="2025-06-04T11:58:22.969" v="6419" actId="478"/>
          <ac:spMkLst>
            <pc:docMk/>
            <pc:sldMk cId="370171232" sldId="403"/>
            <ac:spMk id="42" creationId="{14557564-50CC-83DF-5FEB-A69F4F018E3A}"/>
          </ac:spMkLst>
        </pc:spChg>
        <pc:spChg chg="del mod topLvl">
          <ac:chgData name="지우 김" userId="5210e3f53758dd47" providerId="LiveId" clId="{FF872134-BDC0-4F0B-939C-39663BFB449C}" dt="2025-06-04T12:04:03.959" v="6614" actId="478"/>
          <ac:spMkLst>
            <pc:docMk/>
            <pc:sldMk cId="370171232" sldId="403"/>
            <ac:spMk id="49" creationId="{D44B36F2-9403-57EE-FAAE-932B5EBFDE30}"/>
          </ac:spMkLst>
        </pc:spChg>
        <pc:spChg chg="del mod topLvl">
          <ac:chgData name="지우 김" userId="5210e3f53758dd47" providerId="LiveId" clId="{FF872134-BDC0-4F0B-939C-39663BFB449C}" dt="2025-06-04T12:04:03.959" v="6614" actId="478"/>
          <ac:spMkLst>
            <pc:docMk/>
            <pc:sldMk cId="370171232" sldId="403"/>
            <ac:spMk id="50" creationId="{66CC1E35-D456-B7F8-8D63-C996CFBB0F43}"/>
          </ac:spMkLst>
        </pc:spChg>
        <pc:spChg chg="add mod">
          <ac:chgData name="지우 김" userId="5210e3f53758dd47" providerId="LiveId" clId="{FF872134-BDC0-4F0B-939C-39663BFB449C}" dt="2025-06-04T12:43:06.043" v="8459" actId="1037"/>
          <ac:spMkLst>
            <pc:docMk/>
            <pc:sldMk cId="370171232" sldId="403"/>
            <ac:spMk id="52" creationId="{D423A9DC-EA04-3700-4782-C9710D47690D}"/>
          </ac:spMkLst>
        </pc:spChg>
        <pc:spChg chg="add mod">
          <ac:chgData name="지우 김" userId="5210e3f53758dd47" providerId="LiveId" clId="{FF872134-BDC0-4F0B-939C-39663BFB449C}" dt="2025-06-04T12:43:06.043" v="8459" actId="1037"/>
          <ac:spMkLst>
            <pc:docMk/>
            <pc:sldMk cId="370171232" sldId="403"/>
            <ac:spMk id="53" creationId="{AE012AEA-B350-1EAE-9B07-1F6703C79033}"/>
          </ac:spMkLst>
        </pc:spChg>
        <pc:spChg chg="add mod">
          <ac:chgData name="지우 김" userId="5210e3f53758dd47" providerId="LiveId" clId="{FF872134-BDC0-4F0B-939C-39663BFB449C}" dt="2025-06-04T12:43:06.043" v="8459" actId="1037"/>
          <ac:spMkLst>
            <pc:docMk/>
            <pc:sldMk cId="370171232" sldId="403"/>
            <ac:spMk id="54" creationId="{833024AC-8E24-5DEE-8A32-EBF81DEBBF4A}"/>
          </ac:spMkLst>
        </pc:spChg>
        <pc:spChg chg="add mod">
          <ac:chgData name="지우 김" userId="5210e3f53758dd47" providerId="LiveId" clId="{FF872134-BDC0-4F0B-939C-39663BFB449C}" dt="2025-06-04T12:43:06.043" v="8459" actId="1037"/>
          <ac:spMkLst>
            <pc:docMk/>
            <pc:sldMk cId="370171232" sldId="403"/>
            <ac:spMk id="57" creationId="{E9489A27-3249-076E-4FAD-599F6669AE29}"/>
          </ac:spMkLst>
        </pc:spChg>
        <pc:spChg chg="del mod topLvl">
          <ac:chgData name="지우 김" userId="5210e3f53758dd47" providerId="LiveId" clId="{FF872134-BDC0-4F0B-939C-39663BFB449C}" dt="2025-06-04T11:58:15.532" v="6413" actId="478"/>
          <ac:spMkLst>
            <pc:docMk/>
            <pc:sldMk cId="370171232" sldId="403"/>
            <ac:spMk id="61" creationId="{B54D4267-F52F-D3E4-3AA1-50074EE5AEB9}"/>
          </ac:spMkLst>
        </pc:spChg>
        <pc:spChg chg="del mod topLvl">
          <ac:chgData name="지우 김" userId="5210e3f53758dd47" providerId="LiveId" clId="{FF872134-BDC0-4F0B-939C-39663BFB449C}" dt="2025-06-04T12:12:38.712" v="7136" actId="478"/>
          <ac:spMkLst>
            <pc:docMk/>
            <pc:sldMk cId="370171232" sldId="403"/>
            <ac:spMk id="73" creationId="{E34B8EF2-8F4C-530E-F178-907621403CE8}"/>
          </ac:spMkLst>
        </pc:spChg>
        <pc:spChg chg="add del mod">
          <ac:chgData name="지우 김" userId="5210e3f53758dd47" providerId="LiveId" clId="{FF872134-BDC0-4F0B-939C-39663BFB449C}" dt="2025-06-04T12:29:50.984" v="7674" actId="478"/>
          <ac:spMkLst>
            <pc:docMk/>
            <pc:sldMk cId="370171232" sldId="403"/>
            <ac:spMk id="88" creationId="{A00B572B-E72D-41DB-47AC-C6372158E6FB}"/>
          </ac:spMkLst>
        </pc:spChg>
        <pc:spChg chg="add mod">
          <ac:chgData name="지우 김" userId="5210e3f53758dd47" providerId="LiveId" clId="{FF872134-BDC0-4F0B-939C-39663BFB449C}" dt="2025-06-04T12:43:06.043" v="8459" actId="1037"/>
          <ac:spMkLst>
            <pc:docMk/>
            <pc:sldMk cId="370171232" sldId="403"/>
            <ac:spMk id="107" creationId="{2A2E7AEA-C879-B194-3F37-897FDC61C5AB}"/>
          </ac:spMkLst>
        </pc:spChg>
        <pc:spChg chg="add mod">
          <ac:chgData name="지우 김" userId="5210e3f53758dd47" providerId="LiveId" clId="{FF872134-BDC0-4F0B-939C-39663BFB449C}" dt="2025-06-04T12:29:17.558" v="7638" actId="1076"/>
          <ac:spMkLst>
            <pc:docMk/>
            <pc:sldMk cId="370171232" sldId="403"/>
            <ac:spMk id="108" creationId="{EA9779A4-9034-D02A-110C-4215080AE9E0}"/>
          </ac:spMkLst>
        </pc:spChg>
        <pc:spChg chg="add mod">
          <ac:chgData name="지우 김" userId="5210e3f53758dd47" providerId="LiveId" clId="{FF872134-BDC0-4F0B-939C-39663BFB449C}" dt="2025-06-04T12:43:06.043" v="8459" actId="1037"/>
          <ac:spMkLst>
            <pc:docMk/>
            <pc:sldMk cId="370171232" sldId="403"/>
            <ac:spMk id="109" creationId="{D6CC4A53-C914-FC8D-2E66-D88EE0DA8F4B}"/>
          </ac:spMkLst>
        </pc:spChg>
        <pc:spChg chg="add mod">
          <ac:chgData name="지우 김" userId="5210e3f53758dd47" providerId="LiveId" clId="{FF872134-BDC0-4F0B-939C-39663BFB449C}" dt="2025-06-04T12:43:06.043" v="8459" actId="1037"/>
          <ac:spMkLst>
            <pc:docMk/>
            <pc:sldMk cId="370171232" sldId="403"/>
            <ac:spMk id="119" creationId="{49F0BA82-F371-5307-FF32-AE369CBBB50F}"/>
          </ac:spMkLst>
        </pc:spChg>
        <pc:spChg chg="add mod">
          <ac:chgData name="지우 김" userId="5210e3f53758dd47" providerId="LiveId" clId="{FF872134-BDC0-4F0B-939C-39663BFB449C}" dt="2025-06-04T12:43:06.043" v="8459" actId="1037"/>
          <ac:spMkLst>
            <pc:docMk/>
            <pc:sldMk cId="370171232" sldId="403"/>
            <ac:spMk id="120" creationId="{6F4C4C9E-85CD-9048-DE37-18C31E6E86CA}"/>
          </ac:spMkLst>
        </pc:spChg>
        <pc:spChg chg="add mod">
          <ac:chgData name="지우 김" userId="5210e3f53758dd47" providerId="LiveId" clId="{FF872134-BDC0-4F0B-939C-39663BFB449C}" dt="2025-06-04T12:43:06.043" v="8459" actId="1037"/>
          <ac:spMkLst>
            <pc:docMk/>
            <pc:sldMk cId="370171232" sldId="403"/>
            <ac:spMk id="121" creationId="{C6C23E0B-DFBA-1118-DFF8-6253B233A96E}"/>
          </ac:spMkLst>
        </pc:spChg>
        <pc:spChg chg="add del">
          <ac:chgData name="지우 김" userId="5210e3f53758dd47" providerId="LiveId" clId="{FF872134-BDC0-4F0B-939C-39663BFB449C}" dt="2025-06-04T12:36:04.674" v="7945" actId="478"/>
          <ac:spMkLst>
            <pc:docMk/>
            <pc:sldMk cId="370171232" sldId="403"/>
            <ac:spMk id="122" creationId="{D59199CA-158A-83BA-3203-C82ECCC2A126}"/>
          </ac:spMkLst>
        </pc:spChg>
        <pc:spChg chg="add del mod">
          <ac:chgData name="지우 김" userId="5210e3f53758dd47" providerId="LiveId" clId="{FF872134-BDC0-4F0B-939C-39663BFB449C}" dt="2025-06-04T12:37:11.674" v="8042" actId="478"/>
          <ac:spMkLst>
            <pc:docMk/>
            <pc:sldMk cId="370171232" sldId="403"/>
            <ac:spMk id="125" creationId="{6F603867-D615-1B66-2534-57D69775C8EF}"/>
          </ac:spMkLst>
        </pc:spChg>
        <pc:spChg chg="add mod">
          <ac:chgData name="지우 김" userId="5210e3f53758dd47" providerId="LiveId" clId="{FF872134-BDC0-4F0B-939C-39663BFB449C}" dt="2025-06-04T12:43:06.043" v="8459" actId="1037"/>
          <ac:spMkLst>
            <pc:docMk/>
            <pc:sldMk cId="370171232" sldId="403"/>
            <ac:spMk id="126" creationId="{800DDECE-6455-2768-0E71-C915294B9BC8}"/>
          </ac:spMkLst>
        </pc:spChg>
        <pc:spChg chg="add mod">
          <ac:chgData name="지우 김" userId="5210e3f53758dd47" providerId="LiveId" clId="{FF872134-BDC0-4F0B-939C-39663BFB449C}" dt="2025-06-04T12:40:46.752" v="8401" actId="1076"/>
          <ac:spMkLst>
            <pc:docMk/>
            <pc:sldMk cId="370171232" sldId="403"/>
            <ac:spMk id="1024" creationId="{72BCF7E1-D39E-B4AC-D7D5-947423E1BE93}"/>
          </ac:spMkLst>
        </pc:spChg>
        <pc:grpChg chg="add mod">
          <ac:chgData name="지우 김" userId="5210e3f53758dd47" providerId="LiveId" clId="{FF872134-BDC0-4F0B-939C-39663BFB449C}" dt="2025-06-04T12:04:33.473" v="6621" actId="1076"/>
          <ac:grpSpMkLst>
            <pc:docMk/>
            <pc:sldMk cId="370171232" sldId="403"/>
            <ac:grpSpMk id="5" creationId="{C461AFA6-02AF-3274-D4C0-D1B190EA58E1}"/>
          </ac:grpSpMkLst>
        </pc:grpChg>
        <pc:picChg chg="mod">
          <ac:chgData name="지우 김" userId="5210e3f53758dd47" providerId="LiveId" clId="{FF872134-BDC0-4F0B-939C-39663BFB449C}" dt="2025-06-04T11:49:12.415" v="6154" actId="164"/>
          <ac:picMkLst>
            <pc:docMk/>
            <pc:sldMk cId="370171232" sldId="403"/>
            <ac:picMk id="12" creationId="{43B7C191-A5E0-FB5B-FF48-D3814B09E9BE}"/>
          </ac:picMkLst>
        </pc:picChg>
        <pc:picChg chg="add del mod">
          <ac:chgData name="지우 김" userId="5210e3f53758dd47" providerId="LiveId" clId="{FF872134-BDC0-4F0B-939C-39663BFB449C}" dt="2025-06-04T11:58:41.164" v="6426" actId="478"/>
          <ac:picMkLst>
            <pc:docMk/>
            <pc:sldMk cId="370171232" sldId="403"/>
            <ac:picMk id="14" creationId="{9BC8E2CC-AAC7-29B3-F07C-099FE33BEC00}"/>
          </ac:picMkLst>
        </pc:picChg>
        <pc:picChg chg="del">
          <ac:chgData name="지우 김" userId="5210e3f53758dd47" providerId="LiveId" clId="{FF872134-BDC0-4F0B-939C-39663BFB449C}" dt="2025-06-04T11:56:44.147" v="6396" actId="478"/>
          <ac:picMkLst>
            <pc:docMk/>
            <pc:sldMk cId="370171232" sldId="403"/>
            <ac:picMk id="15" creationId="{1025C2B5-1A71-B965-1E77-6112912291AE}"/>
          </ac:picMkLst>
        </pc:picChg>
        <pc:picChg chg="del">
          <ac:chgData name="지우 김" userId="5210e3f53758dd47" providerId="LiveId" clId="{FF872134-BDC0-4F0B-939C-39663BFB449C}" dt="2025-06-04T11:56:45.155" v="6397" actId="478"/>
          <ac:picMkLst>
            <pc:docMk/>
            <pc:sldMk cId="370171232" sldId="403"/>
            <ac:picMk id="22" creationId="{3E12F500-220C-8B25-9320-D345882AE1CE}"/>
          </ac:picMkLst>
        </pc:picChg>
        <pc:picChg chg="add del mod">
          <ac:chgData name="지우 김" userId="5210e3f53758dd47" providerId="LiveId" clId="{FF872134-BDC0-4F0B-939C-39663BFB449C}" dt="2025-06-04T11:58:44.042" v="6430" actId="478"/>
          <ac:picMkLst>
            <pc:docMk/>
            <pc:sldMk cId="370171232" sldId="403"/>
            <ac:picMk id="23" creationId="{59BC6743-7CA2-A1EF-5E0B-019407998CC4}"/>
          </ac:picMkLst>
        </pc:picChg>
        <pc:picChg chg="add mod ord">
          <ac:chgData name="지우 김" userId="5210e3f53758dd47" providerId="LiveId" clId="{FF872134-BDC0-4F0B-939C-39663BFB449C}" dt="2025-06-04T12:28:08.235" v="7523" actId="1076"/>
          <ac:picMkLst>
            <pc:docMk/>
            <pc:sldMk cId="370171232" sldId="403"/>
            <ac:picMk id="25" creationId="{D4D12EB0-0C43-A7F6-A3BF-ABDCC0FB4B16}"/>
          </ac:picMkLst>
        </pc:picChg>
        <pc:picChg chg="del">
          <ac:chgData name="지우 김" userId="5210e3f53758dd47" providerId="LiveId" clId="{FF872134-BDC0-4F0B-939C-39663BFB449C}" dt="2025-06-04T11:56:46.719" v="6399" actId="478"/>
          <ac:picMkLst>
            <pc:docMk/>
            <pc:sldMk cId="370171232" sldId="403"/>
            <ac:picMk id="26" creationId="{633CF69D-B73A-ACED-A4B9-133E296B2BEC}"/>
          </ac:picMkLst>
        </pc:picChg>
        <pc:picChg chg="add del mod">
          <ac:chgData name="지우 김" userId="5210e3f53758dd47" providerId="LiveId" clId="{FF872134-BDC0-4F0B-939C-39663BFB449C}" dt="2025-06-04T11:58:39.269" v="6425" actId="478"/>
          <ac:picMkLst>
            <pc:docMk/>
            <pc:sldMk cId="370171232" sldId="403"/>
            <ac:picMk id="28" creationId="{DBA771BC-2FBE-DA7C-171C-2D9F686442BA}"/>
          </ac:picMkLst>
        </pc:picChg>
        <pc:picChg chg="add mod">
          <ac:chgData name="지우 김" userId="5210e3f53758dd47" providerId="LiveId" clId="{FF872134-BDC0-4F0B-939C-39663BFB449C}" dt="2025-06-04T12:09:55.176" v="7051" actId="1076"/>
          <ac:picMkLst>
            <pc:docMk/>
            <pc:sldMk cId="370171232" sldId="403"/>
            <ac:picMk id="29" creationId="{144666D3-9360-97B8-B976-865C9D36164E}"/>
          </ac:picMkLst>
        </pc:picChg>
        <pc:picChg chg="del">
          <ac:chgData name="지우 김" userId="5210e3f53758dd47" providerId="LiveId" clId="{FF872134-BDC0-4F0B-939C-39663BFB449C}" dt="2025-06-04T11:56:45.979" v="6398" actId="478"/>
          <ac:picMkLst>
            <pc:docMk/>
            <pc:sldMk cId="370171232" sldId="403"/>
            <ac:picMk id="30" creationId="{C234B54A-D817-563E-8E4C-29F2FAB29484}"/>
          </ac:picMkLst>
        </pc:picChg>
        <pc:picChg chg="add mod ord">
          <ac:chgData name="지우 김" userId="5210e3f53758dd47" providerId="LiveId" clId="{FF872134-BDC0-4F0B-939C-39663BFB449C}" dt="2025-06-04T12:28:08.235" v="7523" actId="1076"/>
          <ac:picMkLst>
            <pc:docMk/>
            <pc:sldMk cId="370171232" sldId="403"/>
            <ac:picMk id="36" creationId="{EC835A0E-9779-5B64-A309-CA9F0D3D0683}"/>
          </ac:picMkLst>
        </pc:picChg>
        <pc:picChg chg="del">
          <ac:chgData name="지우 김" userId="5210e3f53758dd47" providerId="LiveId" clId="{FF872134-BDC0-4F0B-939C-39663BFB449C}" dt="2025-06-04T11:56:47.762" v="6401" actId="478"/>
          <ac:picMkLst>
            <pc:docMk/>
            <pc:sldMk cId="370171232" sldId="403"/>
            <ac:picMk id="37" creationId="{4CE29CB3-1C98-EB23-DFA0-942DBAD45E0E}"/>
          </ac:picMkLst>
        </pc:picChg>
        <pc:picChg chg="add mod">
          <ac:chgData name="지우 김" userId="5210e3f53758dd47" providerId="LiveId" clId="{FF872134-BDC0-4F0B-939C-39663BFB449C}" dt="2025-06-04T12:28:08.235" v="7523" actId="1076"/>
          <ac:picMkLst>
            <pc:docMk/>
            <pc:sldMk cId="370171232" sldId="403"/>
            <ac:picMk id="38" creationId="{829DB456-B87C-D87A-2F5C-BCF870335042}"/>
          </ac:picMkLst>
        </pc:picChg>
        <pc:picChg chg="add mod">
          <ac:chgData name="지우 김" userId="5210e3f53758dd47" providerId="LiveId" clId="{FF872134-BDC0-4F0B-939C-39663BFB449C}" dt="2025-06-04T12:28:08.235" v="7523" actId="1076"/>
          <ac:picMkLst>
            <pc:docMk/>
            <pc:sldMk cId="370171232" sldId="403"/>
            <ac:picMk id="40" creationId="{8C9B285D-FFEB-2066-44E6-1B2F87BA57BE}"/>
          </ac:picMkLst>
        </pc:picChg>
        <pc:picChg chg="del mod topLvl">
          <ac:chgData name="지우 김" userId="5210e3f53758dd47" providerId="LiveId" clId="{FF872134-BDC0-4F0B-939C-39663BFB449C}" dt="2025-06-04T11:56:47.373" v="6400" actId="478"/>
          <ac:picMkLst>
            <pc:docMk/>
            <pc:sldMk cId="370171232" sldId="403"/>
            <ac:picMk id="44" creationId="{47F73530-1A64-7C60-4D79-AE6FA69B1C48}"/>
          </ac:picMkLst>
        </pc:picChg>
        <pc:picChg chg="add mod">
          <ac:chgData name="지우 김" userId="5210e3f53758dd47" providerId="LiveId" clId="{FF872134-BDC0-4F0B-939C-39663BFB449C}" dt="2025-06-04T12:04:33.473" v="6621" actId="1076"/>
          <ac:picMkLst>
            <pc:docMk/>
            <pc:sldMk cId="370171232" sldId="403"/>
            <ac:picMk id="45" creationId="{B68418B6-7896-BEB3-9B08-6205A0DB8B54}"/>
          </ac:picMkLst>
        </pc:picChg>
        <pc:picChg chg="add mod ord">
          <ac:chgData name="지우 김" userId="5210e3f53758dd47" providerId="LiveId" clId="{FF872134-BDC0-4F0B-939C-39663BFB449C}" dt="2025-06-04T12:28:24.072" v="7528" actId="166"/>
          <ac:picMkLst>
            <pc:docMk/>
            <pc:sldMk cId="370171232" sldId="403"/>
            <ac:picMk id="59" creationId="{A11C4808-C9D0-E51F-77AD-A345D55C4BA2}"/>
          </ac:picMkLst>
        </pc:picChg>
        <pc:picChg chg="add del mod">
          <ac:chgData name="지우 김" userId="5210e3f53758dd47" providerId="LiveId" clId="{FF872134-BDC0-4F0B-939C-39663BFB449C}" dt="2025-06-04T12:25:15.417" v="7479" actId="478"/>
          <ac:picMkLst>
            <pc:docMk/>
            <pc:sldMk cId="370171232" sldId="403"/>
            <ac:picMk id="64" creationId="{C4D8AA1D-495D-3E8D-A1D1-875284D1ACA2}"/>
          </ac:picMkLst>
        </pc:picChg>
        <pc:picChg chg="add mod ord">
          <ac:chgData name="지우 김" userId="5210e3f53758dd47" providerId="LiveId" clId="{FF872134-BDC0-4F0B-939C-39663BFB449C}" dt="2025-06-04T12:28:24.072" v="7528" actId="166"/>
          <ac:picMkLst>
            <pc:docMk/>
            <pc:sldMk cId="370171232" sldId="403"/>
            <ac:picMk id="66" creationId="{BE8A0C3F-AD47-9C1E-77B3-5856ADC2A3D5}"/>
          </ac:picMkLst>
        </pc:picChg>
        <pc:picChg chg="add mod ord">
          <ac:chgData name="지우 김" userId="5210e3f53758dd47" providerId="LiveId" clId="{FF872134-BDC0-4F0B-939C-39663BFB449C}" dt="2025-06-04T12:28:24.072" v="7528" actId="166"/>
          <ac:picMkLst>
            <pc:docMk/>
            <pc:sldMk cId="370171232" sldId="403"/>
            <ac:picMk id="96" creationId="{1922FAAC-2DB8-4C3B-75F2-A41F8BBC8DBD}"/>
          </ac:picMkLst>
        </pc:picChg>
        <pc:picChg chg="add mod ord">
          <ac:chgData name="지우 김" userId="5210e3f53758dd47" providerId="LiveId" clId="{FF872134-BDC0-4F0B-939C-39663BFB449C}" dt="2025-06-04T12:27:36.742" v="7518" actId="1036"/>
          <ac:picMkLst>
            <pc:docMk/>
            <pc:sldMk cId="370171232" sldId="403"/>
            <ac:picMk id="98" creationId="{9B82CC63-F64D-2125-F0A6-35B7CA2583A8}"/>
          </ac:picMkLst>
        </pc:picChg>
        <pc:picChg chg="add mod ord">
          <ac:chgData name="지우 김" userId="5210e3f53758dd47" providerId="LiveId" clId="{FF872134-BDC0-4F0B-939C-39663BFB449C}" dt="2025-06-04T12:28:24.072" v="7528" actId="166"/>
          <ac:picMkLst>
            <pc:docMk/>
            <pc:sldMk cId="370171232" sldId="403"/>
            <ac:picMk id="100" creationId="{99F72202-08C0-9544-58E5-B1054D9BFEF3}"/>
          </ac:picMkLst>
        </pc:picChg>
        <pc:picChg chg="add mod">
          <ac:chgData name="지우 김" userId="5210e3f53758dd47" providerId="LiveId" clId="{FF872134-BDC0-4F0B-939C-39663BFB449C}" dt="2025-06-04T12:26:24.799" v="7495" actId="1035"/>
          <ac:picMkLst>
            <pc:docMk/>
            <pc:sldMk cId="370171232" sldId="403"/>
            <ac:picMk id="102" creationId="{3DDDA4B6-F1A0-6E16-F478-9B8B33E3EB01}"/>
          </ac:picMkLst>
        </pc:picChg>
        <pc:picChg chg="add mod">
          <ac:chgData name="지우 김" userId="5210e3f53758dd47" providerId="LiveId" clId="{FF872134-BDC0-4F0B-939C-39663BFB449C}" dt="2025-06-04T12:32:33.280" v="7691" actId="1076"/>
          <ac:picMkLst>
            <pc:docMk/>
            <pc:sldMk cId="370171232" sldId="403"/>
            <ac:picMk id="111" creationId="{E1A00C27-C383-0993-58C5-54A0DC71B6CB}"/>
          </ac:picMkLst>
        </pc:picChg>
        <pc:picChg chg="add mod">
          <ac:chgData name="지우 김" userId="5210e3f53758dd47" providerId="LiveId" clId="{FF872134-BDC0-4F0B-939C-39663BFB449C}" dt="2025-06-04T12:33:18.087" v="7704" actId="1076"/>
          <ac:picMkLst>
            <pc:docMk/>
            <pc:sldMk cId="370171232" sldId="403"/>
            <ac:picMk id="113" creationId="{704D0E61-6444-4A57-2BB3-5B916DFCE7D0}"/>
          </ac:picMkLst>
        </pc:picChg>
        <pc:picChg chg="add mod">
          <ac:chgData name="지우 김" userId="5210e3f53758dd47" providerId="LiveId" clId="{FF872134-BDC0-4F0B-939C-39663BFB449C}" dt="2025-06-04T12:33:13.262" v="7703" actId="1076"/>
          <ac:picMkLst>
            <pc:docMk/>
            <pc:sldMk cId="370171232" sldId="403"/>
            <ac:picMk id="115" creationId="{2437449C-172C-B0A2-F527-8BACAE09C879}"/>
          </ac:picMkLst>
        </pc:picChg>
        <pc:picChg chg="add mod">
          <ac:chgData name="지우 김" userId="5210e3f53758dd47" providerId="LiveId" clId="{FF872134-BDC0-4F0B-939C-39663BFB449C}" dt="2025-06-04T12:39:39.627" v="8218" actId="1076"/>
          <ac:picMkLst>
            <pc:docMk/>
            <pc:sldMk cId="370171232" sldId="403"/>
            <ac:picMk id="127" creationId="{5C93F721-DBF1-8718-3E59-B7AB27E9AFBD}"/>
          </ac:picMkLst>
        </pc:picChg>
        <pc:picChg chg="del mod">
          <ac:chgData name="지우 김" userId="5210e3f53758dd47" providerId="LiveId" clId="{FF872134-BDC0-4F0B-939C-39663BFB449C}" dt="2025-06-04T12:12:38.712" v="7136" actId="478"/>
          <ac:picMkLst>
            <pc:docMk/>
            <pc:sldMk cId="370171232" sldId="403"/>
            <ac:picMk id="1026" creationId="{757ADA53-52EF-2F5D-FB8B-79BC77B71F4C}"/>
          </ac:picMkLst>
        </pc:picChg>
        <pc:cxnChg chg="del">
          <ac:chgData name="지우 김" userId="5210e3f53758dd47" providerId="LiveId" clId="{FF872134-BDC0-4F0B-939C-39663BFB449C}" dt="2025-06-04T11:58:16.358" v="6414" actId="478"/>
          <ac:cxnSpMkLst>
            <pc:docMk/>
            <pc:sldMk cId="370171232" sldId="403"/>
            <ac:cxnSpMk id="21" creationId="{3E212DBF-3D04-8DD5-F3DF-374390A3F54A}"/>
          </ac:cxnSpMkLst>
        </pc:cxnChg>
        <pc:cxnChg chg="del">
          <ac:chgData name="지우 김" userId="5210e3f53758dd47" providerId="LiveId" clId="{FF872134-BDC0-4F0B-939C-39663BFB449C}" dt="2025-06-04T11:58:20.047" v="6418" actId="478"/>
          <ac:cxnSpMkLst>
            <pc:docMk/>
            <pc:sldMk cId="370171232" sldId="403"/>
            <ac:cxnSpMk id="31" creationId="{174BCCAA-5ABC-07A8-60B6-ED2F34EBB5D7}"/>
          </ac:cxnSpMkLst>
        </pc:cxnChg>
        <pc:cxnChg chg="mod">
          <ac:chgData name="지우 김" userId="5210e3f53758dd47" providerId="LiveId" clId="{FF872134-BDC0-4F0B-939C-39663BFB449C}" dt="2025-06-04T12:42:53.886" v="8437" actId="1038"/>
          <ac:cxnSpMkLst>
            <pc:docMk/>
            <pc:sldMk cId="370171232" sldId="403"/>
            <ac:cxnSpMk id="32" creationId="{DE96D44E-B89F-462C-637C-25DBD3AFD317}"/>
          </ac:cxnSpMkLst>
        </pc:cxnChg>
        <pc:cxnChg chg="add mod">
          <ac:chgData name="지우 김" userId="5210e3f53758dd47" providerId="LiveId" clId="{FF872134-BDC0-4F0B-939C-39663BFB449C}" dt="2025-06-04T12:09:55.176" v="7051" actId="1076"/>
          <ac:cxnSpMkLst>
            <pc:docMk/>
            <pc:sldMk cId="370171232" sldId="403"/>
            <ac:cxnSpMk id="46" creationId="{7556FD11-F55C-7B9C-5AB7-0D3B2DBF2273}"/>
          </ac:cxnSpMkLst>
        </pc:cxnChg>
        <pc:cxnChg chg="add mod">
          <ac:chgData name="지우 김" userId="5210e3f53758dd47" providerId="LiveId" clId="{FF872134-BDC0-4F0B-939C-39663BFB449C}" dt="2025-06-04T12:09:55.176" v="7051" actId="1076"/>
          <ac:cxnSpMkLst>
            <pc:docMk/>
            <pc:sldMk cId="370171232" sldId="403"/>
            <ac:cxnSpMk id="48" creationId="{206C46EE-C981-1774-DDFD-F6B32621ACE3}"/>
          </ac:cxnSpMkLst>
        </pc:cxnChg>
        <pc:cxnChg chg="add mod">
          <ac:chgData name="지우 김" userId="5210e3f53758dd47" providerId="LiveId" clId="{FF872134-BDC0-4F0B-939C-39663BFB449C}" dt="2025-06-04T12:09:47.830" v="7050" actId="1076"/>
          <ac:cxnSpMkLst>
            <pc:docMk/>
            <pc:sldMk cId="370171232" sldId="403"/>
            <ac:cxnSpMk id="51" creationId="{DE7244AB-B865-5765-0423-2933D8028FA8}"/>
          </ac:cxnSpMkLst>
        </pc:cxnChg>
        <pc:cxnChg chg="add mod">
          <ac:chgData name="지우 김" userId="5210e3f53758dd47" providerId="LiveId" clId="{FF872134-BDC0-4F0B-939C-39663BFB449C}" dt="2025-06-04T12:10:18.259" v="7055" actId="1076"/>
          <ac:cxnSpMkLst>
            <pc:docMk/>
            <pc:sldMk cId="370171232" sldId="403"/>
            <ac:cxnSpMk id="55" creationId="{2B19CB71-7802-8B8C-64C7-488844953F0E}"/>
          </ac:cxnSpMkLst>
        </pc:cxnChg>
        <pc:cxnChg chg="add mod">
          <ac:chgData name="지우 김" userId="5210e3f53758dd47" providerId="LiveId" clId="{FF872134-BDC0-4F0B-939C-39663BFB449C}" dt="2025-06-04T12:11:29.423" v="7134" actId="1076"/>
          <ac:cxnSpMkLst>
            <pc:docMk/>
            <pc:sldMk cId="370171232" sldId="403"/>
            <ac:cxnSpMk id="56" creationId="{07484684-FA3B-127C-8F5F-335459A71D7F}"/>
          </ac:cxnSpMkLst>
        </pc:cxnChg>
        <pc:cxnChg chg="del">
          <ac:chgData name="지우 김" userId="5210e3f53758dd47" providerId="LiveId" clId="{FF872134-BDC0-4F0B-939C-39663BFB449C}" dt="2025-06-04T11:58:19.607" v="6417" actId="478"/>
          <ac:cxnSpMkLst>
            <pc:docMk/>
            <pc:sldMk cId="370171232" sldId="403"/>
            <ac:cxnSpMk id="63" creationId="{9A188F37-4970-9897-7915-87FE03DA1430}"/>
          </ac:cxnSpMkLst>
        </pc:cxnChg>
        <pc:cxnChg chg="add del mod">
          <ac:chgData name="지우 김" userId="5210e3f53758dd47" providerId="LiveId" clId="{FF872134-BDC0-4F0B-939C-39663BFB449C}" dt="2025-06-04T12:35:22.276" v="7942" actId="478"/>
          <ac:cxnSpMkLst>
            <pc:docMk/>
            <pc:sldMk cId="370171232" sldId="403"/>
            <ac:cxnSpMk id="67" creationId="{A79369BB-12D7-6236-7AF5-BF7544B5BB3A}"/>
          </ac:cxnSpMkLst>
        </pc:cxnChg>
        <pc:cxnChg chg="del">
          <ac:chgData name="지우 김" userId="5210e3f53758dd47" providerId="LiveId" clId="{FF872134-BDC0-4F0B-939C-39663BFB449C}" dt="2025-06-04T12:04:03.959" v="6614" actId="478"/>
          <ac:cxnSpMkLst>
            <pc:docMk/>
            <pc:sldMk cId="370171232" sldId="403"/>
            <ac:cxnSpMk id="68" creationId="{2E3FFE9E-D2A9-0480-C336-7BE79D4D96B8}"/>
          </ac:cxnSpMkLst>
        </pc:cxnChg>
        <pc:cxnChg chg="add mod">
          <ac:chgData name="지우 김" userId="5210e3f53758dd47" providerId="LiveId" clId="{FF872134-BDC0-4F0B-939C-39663BFB449C}" dt="2025-06-04T12:32:52.313" v="7695" actId="1076"/>
          <ac:cxnSpMkLst>
            <pc:docMk/>
            <pc:sldMk cId="370171232" sldId="403"/>
            <ac:cxnSpMk id="69" creationId="{0F7B9125-0875-E22F-F393-9319F12D170B}"/>
          </ac:cxnSpMkLst>
        </pc:cxnChg>
        <pc:cxnChg chg="del mod">
          <ac:chgData name="지우 김" userId="5210e3f53758dd47" providerId="LiveId" clId="{FF872134-BDC0-4F0B-939C-39663BFB449C}" dt="2025-06-04T12:12:38.712" v="7136" actId="478"/>
          <ac:cxnSpMkLst>
            <pc:docMk/>
            <pc:sldMk cId="370171232" sldId="403"/>
            <ac:cxnSpMk id="70" creationId="{A9063183-847F-292F-0040-C13D388DDA20}"/>
          </ac:cxnSpMkLst>
        </pc:cxnChg>
        <pc:cxnChg chg="add mod">
          <ac:chgData name="지우 김" userId="5210e3f53758dd47" providerId="LiveId" clId="{FF872134-BDC0-4F0B-939C-39663BFB449C}" dt="2025-06-04T12:15:08.920" v="7167" actId="571"/>
          <ac:cxnSpMkLst>
            <pc:docMk/>
            <pc:sldMk cId="370171232" sldId="403"/>
            <ac:cxnSpMk id="71" creationId="{5EB44BE7-1843-556B-4D94-B85882FCE437}"/>
          </ac:cxnSpMkLst>
        </pc:cxnChg>
        <pc:cxnChg chg="add del mod">
          <ac:chgData name="지우 김" userId="5210e3f53758dd47" providerId="LiveId" clId="{FF872134-BDC0-4F0B-939C-39663BFB449C}" dt="2025-06-04T12:24:48.912" v="7467" actId="478"/>
          <ac:cxnSpMkLst>
            <pc:docMk/>
            <pc:sldMk cId="370171232" sldId="403"/>
            <ac:cxnSpMk id="74" creationId="{03A85032-25F2-2B2F-62D8-06A9FB02BE8E}"/>
          </ac:cxnSpMkLst>
        </pc:cxnChg>
        <pc:cxnChg chg="add del mod">
          <ac:chgData name="지우 김" userId="5210e3f53758dd47" providerId="LiveId" clId="{FF872134-BDC0-4F0B-939C-39663BFB449C}" dt="2025-06-04T12:24:49.547" v="7468" actId="478"/>
          <ac:cxnSpMkLst>
            <pc:docMk/>
            <pc:sldMk cId="370171232" sldId="403"/>
            <ac:cxnSpMk id="79" creationId="{05B4D105-C141-E51D-566C-331FAD932B8A}"/>
          </ac:cxnSpMkLst>
        </pc:cxnChg>
        <pc:cxnChg chg="add mod">
          <ac:chgData name="지우 김" userId="5210e3f53758dd47" providerId="LiveId" clId="{FF872134-BDC0-4F0B-939C-39663BFB449C}" dt="2025-06-04T12:21:39.835" v="7443" actId="1076"/>
          <ac:cxnSpMkLst>
            <pc:docMk/>
            <pc:sldMk cId="370171232" sldId="403"/>
            <ac:cxnSpMk id="85" creationId="{3E83D82C-37C7-A30E-13E7-605AB408CF7A}"/>
          </ac:cxnSpMkLst>
        </pc:cxnChg>
        <pc:cxnChg chg="add mod">
          <ac:chgData name="지우 김" userId="5210e3f53758dd47" providerId="LiveId" clId="{FF872134-BDC0-4F0B-939C-39663BFB449C}" dt="2025-06-04T12:25:15.417" v="7479" actId="478"/>
          <ac:cxnSpMkLst>
            <pc:docMk/>
            <pc:sldMk cId="370171232" sldId="403"/>
            <ac:cxnSpMk id="91" creationId="{B2633D5B-6BA9-8444-486F-294D58D8DE0B}"/>
          </ac:cxnSpMkLst>
        </pc:cxnChg>
        <pc:cxnChg chg="add mod">
          <ac:chgData name="지우 김" userId="5210e3f53758dd47" providerId="LiveId" clId="{FF872134-BDC0-4F0B-939C-39663BFB449C}" dt="2025-06-04T12:26:19.023" v="7491" actId="1076"/>
          <ac:cxnSpMkLst>
            <pc:docMk/>
            <pc:sldMk cId="370171232" sldId="403"/>
            <ac:cxnSpMk id="93" creationId="{D61E93A7-A32F-9A60-85D7-361D95E6AAE4}"/>
          </ac:cxnSpMkLst>
        </pc:cxnChg>
        <pc:cxnChg chg="add mod">
          <ac:chgData name="지우 김" userId="5210e3f53758dd47" providerId="LiveId" clId="{FF872134-BDC0-4F0B-939C-39663BFB449C}" dt="2025-06-04T12:27:36.742" v="7518" actId="1036"/>
          <ac:cxnSpMkLst>
            <pc:docMk/>
            <pc:sldMk cId="370171232" sldId="403"/>
            <ac:cxnSpMk id="103" creationId="{EA6E64A6-685C-CB88-3FA7-D3C6BE4476AF}"/>
          </ac:cxnSpMkLst>
        </pc:cxnChg>
        <pc:cxnChg chg="add mod">
          <ac:chgData name="지우 김" userId="5210e3f53758dd47" providerId="LiveId" clId="{FF872134-BDC0-4F0B-939C-39663BFB449C}" dt="2025-06-04T12:27:36.742" v="7518" actId="1036"/>
          <ac:cxnSpMkLst>
            <pc:docMk/>
            <pc:sldMk cId="370171232" sldId="403"/>
            <ac:cxnSpMk id="104" creationId="{82E6607D-4832-D670-6F81-B695F7E26608}"/>
          </ac:cxnSpMkLst>
        </pc:cxnChg>
        <pc:cxnChg chg="add mod">
          <ac:chgData name="지우 김" userId="5210e3f53758dd47" providerId="LiveId" clId="{FF872134-BDC0-4F0B-939C-39663BFB449C}" dt="2025-06-04T12:29:43.942" v="7673" actId="1076"/>
          <ac:cxnSpMkLst>
            <pc:docMk/>
            <pc:sldMk cId="370171232" sldId="403"/>
            <ac:cxnSpMk id="105" creationId="{FB768112-4B0E-D0D4-D516-587E03F31B98}"/>
          </ac:cxnSpMkLst>
        </pc:cxnChg>
        <pc:cxnChg chg="add mod">
          <ac:chgData name="지우 김" userId="5210e3f53758dd47" providerId="LiveId" clId="{FF872134-BDC0-4F0B-939C-39663BFB449C}" dt="2025-06-04T12:32:38.478" v="7693"/>
          <ac:cxnSpMkLst>
            <pc:docMk/>
            <pc:sldMk cId="370171232" sldId="403"/>
            <ac:cxnSpMk id="116" creationId="{CC36F022-F39D-009C-8BAB-87A5A0755B71}"/>
          </ac:cxnSpMkLst>
        </pc:cxnChg>
        <pc:cxnChg chg="add mod">
          <ac:chgData name="지우 김" userId="5210e3f53758dd47" providerId="LiveId" clId="{FF872134-BDC0-4F0B-939C-39663BFB449C}" dt="2025-06-04T12:33:22.645" v="7705" actId="1076"/>
          <ac:cxnSpMkLst>
            <pc:docMk/>
            <pc:sldMk cId="370171232" sldId="403"/>
            <ac:cxnSpMk id="117" creationId="{E0AD7A53-A268-6F39-0EDF-2D269805B341}"/>
          </ac:cxnSpMkLst>
        </pc:cxnChg>
        <pc:cxnChg chg="add mod">
          <ac:chgData name="지우 김" userId="5210e3f53758dd47" providerId="LiveId" clId="{FF872134-BDC0-4F0B-939C-39663BFB449C}" dt="2025-06-04T12:33:25.501" v="7706" actId="1076"/>
          <ac:cxnSpMkLst>
            <pc:docMk/>
            <pc:sldMk cId="370171232" sldId="403"/>
            <ac:cxnSpMk id="118" creationId="{F38F4ED4-631B-0669-6888-6D5F6C2E0064}"/>
          </ac:cxnSpMkLst>
        </pc:cxnChg>
        <pc:cxnChg chg="add del mod">
          <ac:chgData name="지우 김" userId="5210e3f53758dd47" providerId="LiveId" clId="{FF872134-BDC0-4F0B-939C-39663BFB449C}" dt="2025-06-04T12:37:10.479" v="8041" actId="478"/>
          <ac:cxnSpMkLst>
            <pc:docMk/>
            <pc:sldMk cId="370171232" sldId="403"/>
            <ac:cxnSpMk id="123" creationId="{C8DD2742-F313-D09B-B388-CF29A9755B63}"/>
          </ac:cxnSpMkLst>
        </pc:cxnChg>
        <pc:cxnChg chg="add mod">
          <ac:chgData name="지우 김" userId="5210e3f53758dd47" providerId="LiveId" clId="{FF872134-BDC0-4F0B-939C-39663BFB449C}" dt="2025-06-04T12:41:27.197" v="8405" actId="1582"/>
          <ac:cxnSpMkLst>
            <pc:docMk/>
            <pc:sldMk cId="370171232" sldId="403"/>
            <ac:cxnSpMk id="1027" creationId="{43FB6F04-3D01-4E3F-0984-94F2AA664C05}"/>
          </ac:cxnSpMkLst>
        </pc:cxnChg>
        <pc:cxnChg chg="add del mod">
          <ac:chgData name="지우 김" userId="5210e3f53758dd47" providerId="LiveId" clId="{FF872134-BDC0-4F0B-939C-39663BFB449C}" dt="2025-06-04T12:41:31.363" v="8407" actId="478"/>
          <ac:cxnSpMkLst>
            <pc:docMk/>
            <pc:sldMk cId="370171232" sldId="403"/>
            <ac:cxnSpMk id="1029" creationId="{9E010488-3C7E-5222-19E8-F75A4716A27A}"/>
          </ac:cxnSpMkLst>
        </pc:cxnChg>
        <pc:cxnChg chg="add mod">
          <ac:chgData name="지우 김" userId="5210e3f53758dd47" providerId="LiveId" clId="{FF872134-BDC0-4F0B-939C-39663BFB449C}" dt="2025-06-04T12:43:21.062" v="8460" actId="1038"/>
          <ac:cxnSpMkLst>
            <pc:docMk/>
            <pc:sldMk cId="370171232" sldId="403"/>
            <ac:cxnSpMk id="1031" creationId="{2E4E82B6-EC1E-6F79-0445-245146EABE28}"/>
          </ac:cxnSpMkLst>
        </pc:cxnChg>
      </pc:sldChg>
    </pc:docChg>
  </pc:docChgLst>
  <pc:docChgLst>
    <pc:chgData name="지우 김" userId="5210e3f53758dd47" providerId="LiveId" clId="{675087F9-B33B-4920-B877-6472392D7591}"/>
    <pc:docChg chg="undo custSel modSld">
      <pc:chgData name="지우 김" userId="5210e3f53758dd47" providerId="LiveId" clId="{675087F9-B33B-4920-B877-6472392D7591}" dt="2025-03-25T23:38:43.635" v="209" actId="20577"/>
      <pc:docMkLst>
        <pc:docMk/>
      </pc:docMkLst>
      <pc:sldChg chg="addSp delSp modSp mod">
        <pc:chgData name="지우 김" userId="5210e3f53758dd47" providerId="LiveId" clId="{675087F9-B33B-4920-B877-6472392D7591}" dt="2025-03-25T23:30:33.661" v="123" actId="339"/>
        <pc:sldMkLst>
          <pc:docMk/>
          <pc:sldMk cId="1726016807" sldId="258"/>
        </pc:sldMkLst>
      </pc:sldChg>
      <pc:sldChg chg="addSp delSp modSp mod">
        <pc:chgData name="지우 김" userId="5210e3f53758dd47" providerId="LiveId" clId="{675087F9-B33B-4920-B877-6472392D7591}" dt="2025-03-25T23:38:43.635" v="209" actId="20577"/>
        <pc:sldMkLst>
          <pc:docMk/>
          <pc:sldMk cId="3366858260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44879-E39C-4618-9318-A0A32C183509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334DE-DE0A-48B1-AC19-9921F5BA3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90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334DE-DE0A-48B1-AC19-9921F5BA39E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570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A363C-DB3C-8E0A-B1BF-2DE12BEC4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CD8A0F-725A-39D6-AF13-BEF65E899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E8DB3F-C1F7-F61B-8437-1C159905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2E9A38-4636-7164-B381-475FD43E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8E83F1-1FD9-C4F5-7343-DF82C76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18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3BC79-64AE-45BF-F7F4-688C32DC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442AAC-1D35-7669-C58E-C4B3B559C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D1D185-8362-6F45-AED8-282BC0430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DE5C04-5F3E-8CE6-A467-1B3496BA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07756D-2A3A-C6B4-81B9-0380B817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35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E2626-8337-E4B8-81AB-335D6E65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EED834-E315-10ED-E949-62CE72683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809C38-6D78-B6A2-C9EE-18CDA51B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5CCD1D-964B-ECA6-BB56-ED610AE6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9B09D4-EE2B-984C-F431-777BA2E5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00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2B7D5-7467-1321-0F9A-AB5FC81E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6464E1-5E45-618A-90D9-8181CA5DD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AFA45C-C4A7-779E-7E09-4F9C79656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41A47-6068-2CE8-17F8-54403D8C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FB699A-5678-7693-0D8E-2B763FA1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198036-0E84-5E96-1F43-530C64D78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4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FDE8B-6B86-950E-03C3-815ADA73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D4156B-0D6C-2F96-8B86-5E0B69651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CD5EC5-22F9-A574-BDF7-DC074CD84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729DFB-1BA0-9E07-0C44-3742834B9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280B0D-8072-B218-8167-3AB99B054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8DDBB8-916B-7128-F38F-6BB6212F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62D2DC-5CC5-FDB1-EA5C-F5DA4A61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BD14CD-EE97-A459-2371-517157F9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31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07105-17A9-2D53-33EB-5DD5FE6DD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1298B6-0266-69A0-73B4-1C813A50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219184-B6A1-6BF2-9D92-01C8EF27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C84C53-0EE4-6306-7306-5FB44CC4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52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C38379-4F90-36C9-344F-098943AC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AFE9F4-14F1-4EE9-A7B7-76B4DB52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66962-D105-70DE-3BD6-F9E23BBE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99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85971-26F8-0CDC-6BF6-880D0D42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51197D-7240-993E-DC39-6961D567D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274954-F48D-8CA2-7BC8-46B1BFEB2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ECF6E9-48E1-F7CF-DEF5-84849AC7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4AAC0C-1C5A-CF30-48CB-44208A98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5D531B-5ADA-677C-08AF-F9414CFF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09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215A2-A688-87FE-9EA3-98382AFD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E4037E-47DF-F515-F052-5FBC949EB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F899AA-5A7E-5BAD-2253-17D2036A0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07E469-4705-F9D0-26FA-BEB8E073F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C3D155-0C9D-B116-FBE5-1BD6CBF98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06EA4D-FBB9-07B5-BD81-8FFDEE1E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36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2E6CA-BABD-6A24-1ECB-369B5DDC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1D8E2E-F6D0-5FF4-AAC0-22970EE19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B86FE4-3F8A-8A56-AEF8-D52D0C03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8D4B96-486A-0222-4351-CB3F1372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E4463-AF90-CFD8-0C2B-45427A2A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12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76405D-9872-F92E-B4C8-AAA8D5A56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13F042-FE10-9EEC-40F7-A6C4B7C2E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1378C5-8F43-736D-8B2C-7DBC1A0F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7D4C2A-B8E5-41B8-E3E8-FD874B12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365BB0-81AB-BF4B-4351-A49CF1880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59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79BF9B-AE9F-B62E-DB8A-862FB8D3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EDB34-2791-7E16-74E1-FC770292D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B33918-086C-6E3B-3B72-1AA187EF6D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4C2D9-2FF6-4DA0-B1C1-BBD1B92D90F7}" type="datetimeFigureOut">
              <a:rPr lang="ko-KR" altLang="en-US" smtClean="0"/>
              <a:t>2025-06-09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309D78-10C4-B392-0FE9-7BDF0EA8F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BAD1F1-C896-C8BB-AFE3-3FB19A5BE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99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7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DD833-6907-FCFC-C723-55066DDF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F9B3D8-135D-A7AC-4DE8-8C2B74E954F8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DF8B25-F890-E9A6-120C-5E0076892285}"/>
              </a:ext>
            </a:extLst>
          </p:cNvPr>
          <p:cNvSpPr txBox="1"/>
          <p:nvPr/>
        </p:nvSpPr>
        <p:spPr>
          <a:xfrm>
            <a:off x="267629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&gt;&gt;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42D3E8-F269-1C25-B6BE-D15EB2D4385C}"/>
              </a:ext>
            </a:extLst>
          </p:cNvPr>
          <p:cNvSpPr txBox="1"/>
          <p:nvPr/>
        </p:nvSpPr>
        <p:spPr>
          <a:xfrm>
            <a:off x="987698" y="42374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목차</a:t>
            </a:r>
            <a:endParaRPr lang="en-US" altLang="ko-KR" sz="3200" b="1" dirty="0">
              <a:solidFill>
                <a:schemeClr val="bg1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A9A37BC-166D-3095-1381-8902F08CA6D5}"/>
              </a:ext>
            </a:extLst>
          </p:cNvPr>
          <p:cNvCxnSpPr/>
          <p:nvPr/>
        </p:nvCxnSpPr>
        <p:spPr>
          <a:xfrm>
            <a:off x="267629" y="1017303"/>
            <a:ext cx="119243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ED8F9B0-631D-2898-E744-8D8C9733181B}"/>
              </a:ext>
            </a:extLst>
          </p:cNvPr>
          <p:cNvGrpSpPr/>
          <p:nvPr/>
        </p:nvGrpSpPr>
        <p:grpSpPr>
          <a:xfrm>
            <a:off x="2791950" y="2160714"/>
            <a:ext cx="3354536" cy="874666"/>
            <a:chOff x="3598126" y="1884555"/>
            <a:chExt cx="4163670" cy="87466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B6C703C-AE22-0438-C7E3-FC3B842D90C9}"/>
                </a:ext>
              </a:extLst>
            </p:cNvPr>
            <p:cNvSpPr txBox="1"/>
            <p:nvPr/>
          </p:nvSpPr>
          <p:spPr>
            <a:xfrm>
              <a:off x="3598126" y="1884555"/>
              <a:ext cx="10593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</a:rPr>
                <a:t>01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F4BB2F9-189B-C048-8365-7C33175566F7}"/>
                </a:ext>
              </a:extLst>
            </p:cNvPr>
            <p:cNvSpPr txBox="1"/>
            <p:nvPr/>
          </p:nvSpPr>
          <p:spPr>
            <a:xfrm>
              <a:off x="3598126" y="2405278"/>
              <a:ext cx="4163670" cy="3539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ko-KR" altLang="en-US" sz="1700" b="1" dirty="0">
                  <a:solidFill>
                    <a:schemeClr val="bg1"/>
                  </a:solidFill>
                </a:rPr>
                <a:t>프로젝트 개요</a:t>
              </a:r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F0759E3-D967-D56B-4106-9182035E1AB2}"/>
              </a:ext>
            </a:extLst>
          </p:cNvPr>
          <p:cNvCxnSpPr>
            <a:cxnSpLocks/>
          </p:cNvCxnSpPr>
          <p:nvPr/>
        </p:nvCxnSpPr>
        <p:spPr>
          <a:xfrm>
            <a:off x="2824708" y="3224734"/>
            <a:ext cx="264837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81F176E-8890-E5CC-BF7D-6762AA6EDC69}"/>
              </a:ext>
            </a:extLst>
          </p:cNvPr>
          <p:cNvGrpSpPr/>
          <p:nvPr/>
        </p:nvGrpSpPr>
        <p:grpSpPr>
          <a:xfrm>
            <a:off x="6558053" y="2160714"/>
            <a:ext cx="2841996" cy="874666"/>
            <a:chOff x="3598126" y="1884555"/>
            <a:chExt cx="3527502" cy="874666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AF4AA0F-F9D3-4E26-2A9B-640735061749}"/>
                </a:ext>
              </a:extLst>
            </p:cNvPr>
            <p:cNvSpPr txBox="1"/>
            <p:nvPr/>
          </p:nvSpPr>
          <p:spPr>
            <a:xfrm>
              <a:off x="3598126" y="1884555"/>
              <a:ext cx="10593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</a:rPr>
                <a:t>02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17D33A8-4B34-8714-AD14-E860ACC02B22}"/>
                </a:ext>
              </a:extLst>
            </p:cNvPr>
            <p:cNvSpPr txBox="1"/>
            <p:nvPr/>
          </p:nvSpPr>
          <p:spPr>
            <a:xfrm>
              <a:off x="3598126" y="2405278"/>
              <a:ext cx="3527502" cy="3539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ko-KR" altLang="en-US" sz="1700" b="1" dirty="0">
                  <a:solidFill>
                    <a:schemeClr val="bg1"/>
                  </a:solidFill>
                </a:rPr>
                <a:t>개발 내용</a:t>
              </a:r>
            </a:p>
          </p:txBody>
        </p:sp>
      </p:grp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E08A01C-5728-EC5C-A087-14B0CB7CF924}"/>
              </a:ext>
            </a:extLst>
          </p:cNvPr>
          <p:cNvCxnSpPr>
            <a:cxnSpLocks/>
          </p:cNvCxnSpPr>
          <p:nvPr/>
        </p:nvCxnSpPr>
        <p:spPr>
          <a:xfrm>
            <a:off x="6590811" y="3224734"/>
            <a:ext cx="264837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15B61E0-C489-4374-0EDE-A8F34EA7D814}"/>
              </a:ext>
            </a:extLst>
          </p:cNvPr>
          <p:cNvGrpSpPr/>
          <p:nvPr/>
        </p:nvGrpSpPr>
        <p:grpSpPr>
          <a:xfrm>
            <a:off x="2791950" y="4102265"/>
            <a:ext cx="2841994" cy="874666"/>
            <a:chOff x="3598126" y="1884555"/>
            <a:chExt cx="3527500" cy="874666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CE6A6E9-4B5E-DD10-FFD6-EDD713C3E27A}"/>
                </a:ext>
              </a:extLst>
            </p:cNvPr>
            <p:cNvSpPr txBox="1"/>
            <p:nvPr/>
          </p:nvSpPr>
          <p:spPr>
            <a:xfrm>
              <a:off x="3598126" y="1884555"/>
              <a:ext cx="10593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</a:rPr>
                <a:t>03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4DBFC15-D467-02B4-4C21-EB094238F3D9}"/>
                </a:ext>
              </a:extLst>
            </p:cNvPr>
            <p:cNvSpPr txBox="1"/>
            <p:nvPr/>
          </p:nvSpPr>
          <p:spPr>
            <a:xfrm>
              <a:off x="3598126" y="2405278"/>
              <a:ext cx="3527500" cy="3539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ko-KR" altLang="en-US" sz="1700" b="1" dirty="0">
                  <a:solidFill>
                    <a:schemeClr val="bg1"/>
                  </a:solidFill>
                </a:rPr>
                <a:t>개발 방법 및 환경</a:t>
              </a:r>
            </a:p>
          </p:txBody>
        </p: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4486692D-AB7C-25FC-D8BD-1F66D2801774}"/>
              </a:ext>
            </a:extLst>
          </p:cNvPr>
          <p:cNvCxnSpPr>
            <a:cxnSpLocks/>
          </p:cNvCxnSpPr>
          <p:nvPr/>
        </p:nvCxnSpPr>
        <p:spPr>
          <a:xfrm>
            <a:off x="2824708" y="5166285"/>
            <a:ext cx="264837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E2DDFC5-5563-0A89-53FD-FF2176F7418C}"/>
              </a:ext>
            </a:extLst>
          </p:cNvPr>
          <p:cNvGrpSpPr/>
          <p:nvPr/>
        </p:nvGrpSpPr>
        <p:grpSpPr>
          <a:xfrm>
            <a:off x="6558053" y="4108996"/>
            <a:ext cx="2841996" cy="874666"/>
            <a:chOff x="3598126" y="1884555"/>
            <a:chExt cx="3527502" cy="874666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7D202FD-2761-CD96-5B86-1B79909C56A2}"/>
                </a:ext>
              </a:extLst>
            </p:cNvPr>
            <p:cNvSpPr txBox="1"/>
            <p:nvPr/>
          </p:nvSpPr>
          <p:spPr>
            <a:xfrm>
              <a:off x="3598126" y="1884555"/>
              <a:ext cx="10593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</a:rPr>
                <a:t>04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D3465F6-0AF6-5EBB-A915-57CC0F0A4D3D}"/>
                </a:ext>
              </a:extLst>
            </p:cNvPr>
            <p:cNvSpPr txBox="1"/>
            <p:nvPr/>
          </p:nvSpPr>
          <p:spPr>
            <a:xfrm>
              <a:off x="3598126" y="2405278"/>
              <a:ext cx="3527502" cy="3539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ko-KR" altLang="en-US" sz="1700" b="1" dirty="0">
                  <a:solidFill>
                    <a:schemeClr val="bg1"/>
                  </a:solidFill>
                </a:rPr>
                <a:t>프로젝트 수행 소감</a:t>
              </a:r>
            </a:p>
          </p:txBody>
        </p:sp>
      </p:grp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162CAC27-8302-69FA-DA25-CBE06D588AD7}"/>
              </a:ext>
            </a:extLst>
          </p:cNvPr>
          <p:cNvCxnSpPr>
            <a:cxnSpLocks/>
          </p:cNvCxnSpPr>
          <p:nvPr/>
        </p:nvCxnSpPr>
        <p:spPr>
          <a:xfrm>
            <a:off x="6590811" y="5173016"/>
            <a:ext cx="264837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E3AC3BF9-4FF0-334E-4E13-4934B2ECB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3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758A7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633DDF8-3BAF-1A37-9602-7601FFABECD2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66EAA5-49D4-3FDF-FDEE-FD0FD27413A4}"/>
              </a:ext>
            </a:extLst>
          </p:cNvPr>
          <p:cNvSpPr txBox="1"/>
          <p:nvPr/>
        </p:nvSpPr>
        <p:spPr>
          <a:xfrm>
            <a:off x="267629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&gt;&gt;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730A04-DE3B-801B-067A-0A749F1ABE86}"/>
              </a:ext>
            </a:extLst>
          </p:cNvPr>
          <p:cNvSpPr txBox="1"/>
          <p:nvPr/>
        </p:nvSpPr>
        <p:spPr>
          <a:xfrm>
            <a:off x="987698" y="42374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목차</a:t>
            </a:r>
            <a:endParaRPr lang="en-US" altLang="ko-KR" sz="3200" b="1" dirty="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688026-F9B6-317D-5A4C-48541C7EAA7F}"/>
              </a:ext>
            </a:extLst>
          </p:cNvPr>
          <p:cNvSpPr/>
          <p:nvPr/>
        </p:nvSpPr>
        <p:spPr>
          <a:xfrm>
            <a:off x="9975273" y="6629400"/>
            <a:ext cx="2216727" cy="228600"/>
          </a:xfrm>
          <a:prstGeom prst="rect">
            <a:avLst/>
          </a:prstGeom>
          <a:solidFill>
            <a:srgbClr val="0F42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1979D98-01B5-5752-D038-6D2DA4452A2B}"/>
              </a:ext>
            </a:extLst>
          </p:cNvPr>
          <p:cNvCxnSpPr/>
          <p:nvPr/>
        </p:nvCxnSpPr>
        <p:spPr>
          <a:xfrm>
            <a:off x="267629" y="1017303"/>
            <a:ext cx="119243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9E90342-3FC1-C63D-D901-0B1F1F5F3C31}"/>
              </a:ext>
            </a:extLst>
          </p:cNvPr>
          <p:cNvGrpSpPr/>
          <p:nvPr/>
        </p:nvGrpSpPr>
        <p:grpSpPr>
          <a:xfrm>
            <a:off x="2791950" y="2160714"/>
            <a:ext cx="3354536" cy="874666"/>
            <a:chOff x="3598126" y="1884555"/>
            <a:chExt cx="4163670" cy="87466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FF01709-304B-F320-ED90-11E7FD0BAD01}"/>
                </a:ext>
              </a:extLst>
            </p:cNvPr>
            <p:cNvSpPr txBox="1"/>
            <p:nvPr/>
          </p:nvSpPr>
          <p:spPr>
            <a:xfrm>
              <a:off x="3598126" y="1884555"/>
              <a:ext cx="10593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</a:rPr>
                <a:t>01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542729-95D2-7DE6-454E-F20BA8A31D84}"/>
                </a:ext>
              </a:extLst>
            </p:cNvPr>
            <p:cNvSpPr txBox="1"/>
            <p:nvPr/>
          </p:nvSpPr>
          <p:spPr>
            <a:xfrm>
              <a:off x="3598126" y="2405278"/>
              <a:ext cx="4163670" cy="3539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ko-KR" altLang="en-US" sz="1700" b="1" dirty="0">
                  <a:solidFill>
                    <a:schemeClr val="bg1"/>
                  </a:solidFill>
                </a:rPr>
                <a:t>프로젝트 개요</a:t>
              </a:r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DBE9B69-3C97-4112-4E42-C1AB88E4F654}"/>
              </a:ext>
            </a:extLst>
          </p:cNvPr>
          <p:cNvCxnSpPr>
            <a:cxnSpLocks/>
          </p:cNvCxnSpPr>
          <p:nvPr/>
        </p:nvCxnSpPr>
        <p:spPr>
          <a:xfrm>
            <a:off x="2824708" y="3224734"/>
            <a:ext cx="264837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72C02F5E-CE6E-5F3F-72CF-1BDF1C801278}"/>
              </a:ext>
            </a:extLst>
          </p:cNvPr>
          <p:cNvGrpSpPr/>
          <p:nvPr/>
        </p:nvGrpSpPr>
        <p:grpSpPr>
          <a:xfrm>
            <a:off x="6558053" y="2160714"/>
            <a:ext cx="2841996" cy="874666"/>
            <a:chOff x="3598126" y="1884555"/>
            <a:chExt cx="3527502" cy="874666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CF9E700-144B-4B4C-4519-F0CCE1103D35}"/>
                </a:ext>
              </a:extLst>
            </p:cNvPr>
            <p:cNvSpPr txBox="1"/>
            <p:nvPr/>
          </p:nvSpPr>
          <p:spPr>
            <a:xfrm>
              <a:off x="3598126" y="1884555"/>
              <a:ext cx="10593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</a:rPr>
                <a:t>02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C40EAD5-8E46-6F9C-5880-E341CFF1D146}"/>
                </a:ext>
              </a:extLst>
            </p:cNvPr>
            <p:cNvSpPr txBox="1"/>
            <p:nvPr/>
          </p:nvSpPr>
          <p:spPr>
            <a:xfrm>
              <a:off x="3598126" y="2405278"/>
              <a:ext cx="3527502" cy="3539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ko-KR" altLang="en-US" sz="1700" b="1" dirty="0">
                  <a:solidFill>
                    <a:schemeClr val="bg1"/>
                  </a:solidFill>
                </a:rPr>
                <a:t>개발 내용</a:t>
              </a:r>
            </a:p>
          </p:txBody>
        </p:sp>
      </p:grp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8E623706-72BE-E25C-2D36-0A8DFB8C56D0}"/>
              </a:ext>
            </a:extLst>
          </p:cNvPr>
          <p:cNvCxnSpPr>
            <a:cxnSpLocks/>
          </p:cNvCxnSpPr>
          <p:nvPr/>
        </p:nvCxnSpPr>
        <p:spPr>
          <a:xfrm>
            <a:off x="6590811" y="3224734"/>
            <a:ext cx="264837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A4072DDA-BC3F-B7E3-C090-05728910A836}"/>
              </a:ext>
            </a:extLst>
          </p:cNvPr>
          <p:cNvGrpSpPr/>
          <p:nvPr/>
        </p:nvGrpSpPr>
        <p:grpSpPr>
          <a:xfrm>
            <a:off x="2791950" y="4102265"/>
            <a:ext cx="2841994" cy="874666"/>
            <a:chOff x="3598126" y="1884555"/>
            <a:chExt cx="3527500" cy="874666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CD333B0-935C-F50C-1ECE-77E66CB868FC}"/>
                </a:ext>
              </a:extLst>
            </p:cNvPr>
            <p:cNvSpPr txBox="1"/>
            <p:nvPr/>
          </p:nvSpPr>
          <p:spPr>
            <a:xfrm>
              <a:off x="3598126" y="1884555"/>
              <a:ext cx="10593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</a:rPr>
                <a:t>03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A2AD330-E95D-8F63-E32E-DDA33E6ED495}"/>
                </a:ext>
              </a:extLst>
            </p:cNvPr>
            <p:cNvSpPr txBox="1"/>
            <p:nvPr/>
          </p:nvSpPr>
          <p:spPr>
            <a:xfrm>
              <a:off x="3598126" y="2405278"/>
              <a:ext cx="3527500" cy="3539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ko-KR" altLang="en-US" sz="1700" b="1" dirty="0">
                  <a:solidFill>
                    <a:schemeClr val="bg1"/>
                  </a:solidFill>
                </a:rPr>
                <a:t>개발 방법 및 환경</a:t>
              </a:r>
            </a:p>
          </p:txBody>
        </p: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49FE411-746F-BA33-2A65-F73AF897EEAB}"/>
              </a:ext>
            </a:extLst>
          </p:cNvPr>
          <p:cNvCxnSpPr>
            <a:cxnSpLocks/>
          </p:cNvCxnSpPr>
          <p:nvPr/>
        </p:nvCxnSpPr>
        <p:spPr>
          <a:xfrm>
            <a:off x="2824708" y="5166285"/>
            <a:ext cx="264837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9096889B-B23A-CB59-9029-050A153720C3}"/>
              </a:ext>
            </a:extLst>
          </p:cNvPr>
          <p:cNvGrpSpPr/>
          <p:nvPr/>
        </p:nvGrpSpPr>
        <p:grpSpPr>
          <a:xfrm>
            <a:off x="6558053" y="4108996"/>
            <a:ext cx="2841996" cy="874666"/>
            <a:chOff x="3598126" y="1884555"/>
            <a:chExt cx="3527502" cy="874666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7B6D5BE-4BB2-7566-19BC-30116A0F9DC8}"/>
                </a:ext>
              </a:extLst>
            </p:cNvPr>
            <p:cNvSpPr txBox="1"/>
            <p:nvPr/>
          </p:nvSpPr>
          <p:spPr>
            <a:xfrm>
              <a:off x="3598126" y="1884555"/>
              <a:ext cx="10593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</a:rPr>
                <a:t>04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D9AB447-5F96-EB49-DB92-11249AF922C3}"/>
                </a:ext>
              </a:extLst>
            </p:cNvPr>
            <p:cNvSpPr txBox="1"/>
            <p:nvPr/>
          </p:nvSpPr>
          <p:spPr>
            <a:xfrm>
              <a:off x="3598126" y="2405278"/>
              <a:ext cx="3527502" cy="3539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ko-KR" altLang="en-US" sz="1700" b="1" dirty="0">
                  <a:solidFill>
                    <a:schemeClr val="bg1"/>
                  </a:solidFill>
                </a:rPr>
                <a:t>프로젝트 수행 소감</a:t>
              </a:r>
            </a:p>
          </p:txBody>
        </p:sp>
      </p:grp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5CD6BCD-802F-C7AA-B7D7-CDFDCB0E4899}"/>
              </a:ext>
            </a:extLst>
          </p:cNvPr>
          <p:cNvCxnSpPr>
            <a:cxnSpLocks/>
          </p:cNvCxnSpPr>
          <p:nvPr/>
        </p:nvCxnSpPr>
        <p:spPr>
          <a:xfrm>
            <a:off x="6590811" y="5173016"/>
            <a:ext cx="264837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E33BF79-DD25-C8CE-5BB4-9F23BC96D565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EF6B34EB-BD38-9D3E-62B3-BE069E8F615A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8EE2449-8AE2-F4C5-F1B4-0CCFE9B4EA85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32BD56-1169-A097-7D9C-9794D112482D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B1D5CF-DA6B-C64B-CAB7-9418951FCD40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2614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0D375-481E-ACF1-5B86-095DF59C9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71B872D-9A4F-5F17-5069-7A1156BC04B9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805DEE5-53EF-12D1-1C63-3FEBCF26ACCD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tx1">
                    <a:lumMod val="75000"/>
                    <a:lumOff val="25000"/>
                  </a:schemeClr>
                </a:solidFill>
              </a:rPr>
              <a:t>&gt;&gt;</a:t>
            </a:r>
            <a:endParaRPr lang="ko-KR" altLang="en-US" sz="32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207C75-A27C-E04B-26DD-2ABF76174018}"/>
              </a:ext>
            </a:extLst>
          </p:cNvPr>
          <p:cNvSpPr txBox="1"/>
          <p:nvPr/>
        </p:nvSpPr>
        <p:spPr>
          <a:xfrm>
            <a:off x="1779156" y="423744"/>
            <a:ext cx="2791149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프로젝트 개요</a:t>
            </a:r>
            <a:endParaRPr lang="en-US" altLang="ko-KR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36DAC5-39B0-B1B1-A63A-8B5C7B38143E}"/>
              </a:ext>
            </a:extLst>
          </p:cNvPr>
          <p:cNvSpPr txBox="1"/>
          <p:nvPr/>
        </p:nvSpPr>
        <p:spPr>
          <a:xfrm>
            <a:off x="267629" y="531465"/>
            <a:ext cx="73597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Part 1</a:t>
            </a:r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57A20A5-56B4-ED6C-F398-B4420339DC05}"/>
              </a:ext>
            </a:extLst>
          </p:cNvPr>
          <p:cNvSpPr/>
          <p:nvPr/>
        </p:nvSpPr>
        <p:spPr>
          <a:xfrm>
            <a:off x="9975273" y="6629400"/>
            <a:ext cx="221672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3EFEA"/>
              </a:solidFill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0F06569-809C-1DBB-FCBF-8F18D81DFC3A}"/>
              </a:ext>
            </a:extLst>
          </p:cNvPr>
          <p:cNvCxnSpPr/>
          <p:nvPr/>
        </p:nvCxnSpPr>
        <p:spPr>
          <a:xfrm>
            <a:off x="267628" y="1008519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E3203BF-6FBE-62C7-53DB-709AE071A411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74D1CD2-303E-39FD-2F37-B3CB757843B3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83F72694-D258-0C67-3840-3D65BF63460B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75E2DCF-A963-858C-8B84-482FC9A53730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7765E28-26D5-BFC7-E606-22C29B9C65DA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03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8184122A-3F12-57A4-BC93-148572E1C76F}"/>
              </a:ext>
            </a:extLst>
          </p:cNvPr>
          <p:cNvGrpSpPr/>
          <p:nvPr/>
        </p:nvGrpSpPr>
        <p:grpSpPr>
          <a:xfrm>
            <a:off x="267628" y="2223191"/>
            <a:ext cx="11817388" cy="3420873"/>
            <a:chOff x="165932" y="2260333"/>
            <a:chExt cx="11817388" cy="342087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1458E84-48F7-29BC-BC09-0F833FE5598E}"/>
                </a:ext>
              </a:extLst>
            </p:cNvPr>
            <p:cNvSpPr txBox="1"/>
            <p:nvPr/>
          </p:nvSpPr>
          <p:spPr>
            <a:xfrm>
              <a:off x="4401186" y="2260333"/>
              <a:ext cx="3657253" cy="342087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 </a:t>
              </a:r>
              <a:r>
                <a:rPr lang="ko-KR" altLang="en-US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시스템 </a:t>
              </a:r>
              <a:r>
                <a:rPr lang="ko-KR" altLang="en-US" sz="20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역할자</a:t>
              </a:r>
              <a:r>
                <a:rPr lang="ko-KR" altLang="en-US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정의</a:t>
              </a: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)</a:t>
              </a:r>
            </a:p>
            <a:p>
              <a:pPr algn="ctr">
                <a:lnSpc>
                  <a:spcPct val="150000"/>
                </a:lnSpc>
              </a:pPr>
              <a:endParaRPr lang="en-US" altLang="ko-KR" sz="1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sz="16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관리자 </a:t>
              </a:r>
              <a:br>
                <a:rPr lang="en-US" altLang="ko-KR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</a:br>
              <a:r>
                <a:rPr lang="ko-KR" altLang="en-US" sz="1300" b="1" dirty="0">
                  <a:latin typeface="Malgun Gothic"/>
                  <a:ea typeface="Malgun Gothic"/>
                </a:rPr>
                <a:t>-</a:t>
              </a:r>
              <a:r>
                <a:rPr lang="ko-KR" altLang="en-US" sz="1400" b="1" dirty="0">
                  <a:latin typeface="Malgun Gothic"/>
                  <a:ea typeface="Malgun Gothic"/>
                </a:rPr>
                <a:t> 자판기 상태 모니터링</a:t>
              </a:r>
              <a:br>
                <a:rPr lang="en-US" altLang="ko-KR" sz="1400" b="1" dirty="0">
                  <a:latin typeface="Malgun Gothic"/>
                  <a:ea typeface="Malgun Gothic"/>
                </a:rPr>
              </a:br>
              <a:r>
                <a:rPr lang="en-US" altLang="ko-KR" sz="1400" b="1" dirty="0">
                  <a:latin typeface="Malgun Gothic"/>
                  <a:ea typeface="Malgun Gothic"/>
                </a:rPr>
                <a:t>- </a:t>
              </a:r>
              <a:r>
                <a:rPr lang="ko-KR" altLang="en-US" sz="1400" b="1" dirty="0">
                  <a:latin typeface="Malgun Gothic"/>
                  <a:ea typeface="Malgun Gothic"/>
                </a:rPr>
                <a:t>음료</a:t>
              </a:r>
              <a:r>
                <a:rPr lang="en-US" altLang="ko-KR" sz="1400" b="1" dirty="0">
                  <a:latin typeface="Malgun Gothic"/>
                  <a:ea typeface="Malgun Gothic"/>
                </a:rPr>
                <a:t>/</a:t>
              </a:r>
              <a:r>
                <a:rPr lang="ko-KR" altLang="en-US" sz="1400" b="1" dirty="0">
                  <a:latin typeface="Malgun Gothic"/>
                  <a:ea typeface="Malgun Gothic"/>
                </a:rPr>
                <a:t>현금 재고 실시간 확인 및 보충</a:t>
              </a:r>
              <a:br>
                <a:rPr lang="en-US" altLang="ko-KR" sz="1400" b="1" dirty="0">
                  <a:latin typeface="Malgun Gothic"/>
                  <a:ea typeface="Malgun Gothic"/>
                </a:rPr>
              </a:br>
              <a:r>
                <a:rPr lang="en-US" altLang="ko-KR" sz="1400" b="1" dirty="0">
                  <a:latin typeface="Malgun Gothic"/>
                  <a:ea typeface="Malgun Gothic"/>
                </a:rPr>
                <a:t>- </a:t>
              </a:r>
              <a:r>
                <a:rPr lang="ko-KR" altLang="en-US" sz="1400" b="1" dirty="0">
                  <a:latin typeface="Malgun Gothic"/>
                  <a:ea typeface="Malgun Gothic"/>
                </a:rPr>
                <a:t>입출금 이력을 파일로 저장 후 확인</a:t>
              </a:r>
              <a:endParaRPr lang="en-US" altLang="ko-KR" sz="1400" b="1" dirty="0">
                <a:latin typeface="Malgun Gothic"/>
                <a:ea typeface="Malgun Gothic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sz="16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사용자 </a:t>
              </a:r>
              <a:br>
                <a:rPr lang="en-US" altLang="ko-KR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</a:br>
              <a:r>
                <a:rPr lang="ko-KR" altLang="en-US" sz="1300" b="1" dirty="0">
                  <a:latin typeface="Malgun Gothic"/>
                  <a:ea typeface="Malgun Gothic"/>
                </a:rPr>
                <a:t>-</a:t>
              </a:r>
              <a:r>
                <a:rPr lang="ko-KR" altLang="en-US" sz="1400" b="1" dirty="0">
                  <a:latin typeface="Malgun Gothic"/>
                  <a:ea typeface="Malgun Gothic"/>
                </a:rPr>
                <a:t> </a:t>
              </a:r>
              <a:r>
                <a:rPr lang="en-US" altLang="ko-KR" sz="1400" b="1" dirty="0">
                  <a:latin typeface="Malgun Gothic"/>
                  <a:ea typeface="Malgun Gothic"/>
                </a:rPr>
                <a:t>GUI </a:t>
              </a:r>
              <a:r>
                <a:rPr lang="ko-KR" altLang="en-US" sz="1400" b="1" dirty="0">
                  <a:latin typeface="Malgun Gothic"/>
                  <a:ea typeface="Malgun Gothic"/>
                </a:rPr>
                <a:t>버튼을 통해 음료를 선택</a:t>
              </a:r>
              <a:br>
                <a:rPr lang="en-US" altLang="ko-KR" sz="1400" b="1" dirty="0">
                  <a:latin typeface="Malgun Gothic"/>
                  <a:ea typeface="Malgun Gothic"/>
                </a:rPr>
              </a:br>
              <a:r>
                <a:rPr lang="en-US" altLang="ko-KR" sz="1400" b="1" dirty="0">
                  <a:latin typeface="Malgun Gothic"/>
                  <a:ea typeface="Malgun Gothic"/>
                </a:rPr>
                <a:t>-</a:t>
              </a:r>
              <a:r>
                <a:rPr lang="ko-KR" altLang="en-US" sz="1400" b="1" dirty="0">
                  <a:latin typeface="Malgun Gothic"/>
                  <a:ea typeface="Malgun Gothic"/>
                </a:rPr>
                <a:t> 화폐 버튼으로 금액을 입력</a:t>
              </a:r>
              <a:br>
                <a:rPr lang="en-US" altLang="ko-KR" sz="1400" b="1" dirty="0">
                  <a:latin typeface="Malgun Gothic"/>
                  <a:ea typeface="Malgun Gothic"/>
                </a:rPr>
              </a:br>
              <a:r>
                <a:rPr lang="en-US" altLang="ko-KR" sz="1400" b="1" dirty="0">
                  <a:latin typeface="Malgun Gothic"/>
                  <a:ea typeface="Malgun Gothic"/>
                </a:rPr>
                <a:t>- </a:t>
              </a:r>
              <a:r>
                <a:rPr lang="ko-KR" altLang="en-US" sz="1400" b="1" dirty="0">
                  <a:latin typeface="Malgun Gothic"/>
                  <a:ea typeface="Malgun Gothic"/>
                </a:rPr>
                <a:t>잔액 계산 후 음료 수령 및 잔돈 반환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EC7C2EB-6C11-DDE2-7AD2-F71A4D26AF72}"/>
                </a:ext>
              </a:extLst>
            </p:cNvPr>
            <p:cNvSpPr txBox="1"/>
            <p:nvPr/>
          </p:nvSpPr>
          <p:spPr>
            <a:xfrm>
              <a:off x="165932" y="2260333"/>
              <a:ext cx="4323261" cy="3331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 </a:t>
              </a:r>
              <a:r>
                <a:rPr lang="ko-KR" altLang="en-US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과제 개요</a:t>
              </a: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)</a:t>
              </a:r>
            </a:p>
            <a:p>
              <a:pPr algn="ctr">
                <a:lnSpc>
                  <a:spcPct val="150000"/>
                </a:lnSpc>
              </a:pPr>
              <a:endParaRPr lang="en-US" altLang="ko-KR" sz="1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sz="15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구현 방식</a:t>
              </a:r>
              <a:r>
                <a:rPr lang="ko-KR" altLang="en-US" sz="16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 </a:t>
              </a:r>
              <a:br>
                <a:rPr lang="en-US" altLang="ko-KR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</a:br>
              <a:r>
                <a:rPr lang="ko-KR" altLang="en-US" sz="1300" b="1" dirty="0">
                  <a:latin typeface="Malgun Gothic"/>
                  <a:ea typeface="Malgun Gothic"/>
                </a:rPr>
                <a:t>- 파이썬 기반의 </a:t>
              </a:r>
              <a:r>
                <a:rPr lang="en-US" altLang="ko-KR" sz="1300" b="1" dirty="0">
                  <a:latin typeface="Malgun Gothic"/>
                  <a:ea typeface="Malgun Gothic"/>
                </a:rPr>
                <a:t>‘</a:t>
              </a:r>
              <a:r>
                <a:rPr lang="en-US" altLang="ko-KR" sz="1300" b="1" u="sng" dirty="0" err="1">
                  <a:latin typeface="Malgun Gothic"/>
                  <a:ea typeface="Malgun Gothic"/>
                </a:rPr>
                <a:t>tkinter</a:t>
              </a:r>
              <a:r>
                <a:rPr lang="en-US" altLang="ko-KR" sz="1300" b="1" dirty="0">
                  <a:latin typeface="Malgun Gothic"/>
                  <a:ea typeface="Malgun Gothic"/>
                </a:rPr>
                <a:t>’ </a:t>
              </a:r>
              <a:br>
                <a:rPr lang="en-US" altLang="ko-KR" sz="1300" b="1" dirty="0">
                  <a:latin typeface="Malgun Gothic"/>
                  <a:ea typeface="Malgun Gothic"/>
                </a:rPr>
              </a:br>
              <a:r>
                <a:rPr lang="ko-KR" altLang="en-US" sz="1300" b="1" dirty="0">
                  <a:latin typeface="Malgun Gothic"/>
                  <a:ea typeface="Malgun Gothic"/>
                </a:rPr>
                <a:t>라이브러리를 활용한 </a:t>
              </a:r>
              <a:r>
                <a:rPr lang="en-US" altLang="ko-KR" sz="1300" b="1" dirty="0">
                  <a:latin typeface="Malgun Gothic"/>
                  <a:ea typeface="Malgun Gothic"/>
                </a:rPr>
                <a:t>GUI </a:t>
              </a:r>
              <a:r>
                <a:rPr lang="ko-KR" altLang="en-US" sz="1300" b="1" dirty="0">
                  <a:latin typeface="Malgun Gothic"/>
                  <a:ea typeface="Malgun Gothic"/>
                </a:rPr>
                <a:t>방식</a:t>
              </a:r>
              <a:endParaRPr lang="en-US" altLang="ko-KR" sz="1400" b="1" dirty="0">
                <a:latin typeface="Malgun Gothic"/>
                <a:ea typeface="Malgun Gothic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sz="15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벤치마킹 포인트</a:t>
              </a:r>
              <a:r>
                <a:rPr lang="ko-KR" altLang="en-US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 </a:t>
              </a:r>
              <a:br>
                <a:rPr lang="en-US" altLang="ko-KR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</a:br>
              <a:r>
                <a:rPr lang="en-US" altLang="ko-KR" sz="1300" b="1" dirty="0">
                  <a:latin typeface="Malgun Gothic"/>
                  <a:ea typeface="Malgun Gothic"/>
                </a:rPr>
                <a:t>1.</a:t>
              </a:r>
              <a:r>
                <a:rPr lang="ko-KR" altLang="en-US" sz="1300" b="1" dirty="0">
                  <a:latin typeface="Malgun Gothic"/>
                  <a:ea typeface="Malgun Gothic"/>
                </a:rPr>
                <a:t> 실제 자판기의 동작 흐름 </a:t>
              </a:r>
              <a:r>
                <a:rPr lang="en-US" altLang="ko-KR" sz="1300" b="1" dirty="0">
                  <a:latin typeface="Malgun Gothic"/>
                  <a:ea typeface="Malgun Gothic"/>
                </a:rPr>
                <a:t>: </a:t>
              </a:r>
              <a:br>
                <a:rPr lang="en-US" altLang="ko-KR" sz="1300" b="1" dirty="0">
                  <a:latin typeface="Malgun Gothic"/>
                  <a:ea typeface="Malgun Gothic"/>
                </a:rPr>
              </a:br>
              <a:r>
                <a:rPr lang="ko-KR" altLang="en-US" sz="1300" b="1" dirty="0">
                  <a:latin typeface="Malgun Gothic"/>
                  <a:ea typeface="Malgun Gothic"/>
                </a:rPr>
                <a:t>음료 선택 </a:t>
              </a:r>
              <a:r>
                <a:rPr lang="en-US" altLang="ko-KR" sz="1300" b="1" dirty="0">
                  <a:latin typeface="Malgun Gothic"/>
                  <a:ea typeface="Malgun Gothic"/>
                </a:rPr>
                <a:t>- </a:t>
              </a:r>
              <a:r>
                <a:rPr lang="ko-KR" altLang="en-US" sz="1300" b="1" dirty="0">
                  <a:latin typeface="Malgun Gothic"/>
                  <a:ea typeface="Malgun Gothic"/>
                </a:rPr>
                <a:t>금액 투입 </a:t>
              </a:r>
              <a:r>
                <a:rPr lang="en-US" altLang="ko-KR" sz="1300" b="1" dirty="0">
                  <a:latin typeface="Malgun Gothic"/>
                  <a:ea typeface="Malgun Gothic"/>
                </a:rPr>
                <a:t>- </a:t>
              </a:r>
              <a:r>
                <a:rPr lang="ko-KR" altLang="en-US" sz="1300" b="1" dirty="0">
                  <a:latin typeface="Malgun Gothic"/>
                  <a:ea typeface="Malgun Gothic"/>
                </a:rPr>
                <a:t>음료 배출 </a:t>
              </a:r>
              <a:r>
                <a:rPr lang="en-US" altLang="ko-KR" sz="1300" b="1" dirty="0">
                  <a:latin typeface="Malgun Gothic"/>
                  <a:ea typeface="Malgun Gothic"/>
                </a:rPr>
                <a:t>- </a:t>
              </a:r>
              <a:r>
                <a:rPr lang="ko-KR" altLang="en-US" sz="1300" b="1" dirty="0">
                  <a:latin typeface="Malgun Gothic"/>
                  <a:ea typeface="Malgun Gothic"/>
                </a:rPr>
                <a:t>잔돈 반환</a:t>
              </a:r>
              <a:br>
                <a:rPr lang="en-US" altLang="ko-KR" sz="1400" b="1" dirty="0">
                  <a:latin typeface="Malgun Gothic"/>
                  <a:ea typeface="Malgun Gothic"/>
                </a:rPr>
              </a:br>
              <a:r>
                <a:rPr lang="en-US" altLang="ko-KR" sz="1300" b="1" dirty="0">
                  <a:latin typeface="Malgun Gothic"/>
                  <a:ea typeface="Malgun Gothic"/>
                </a:rPr>
                <a:t>2. </a:t>
              </a:r>
              <a:r>
                <a:rPr lang="ko-KR" altLang="en-US" sz="1300" b="1" dirty="0">
                  <a:latin typeface="Malgun Gothic"/>
                  <a:ea typeface="Malgun Gothic"/>
                </a:rPr>
                <a:t>관리자는 수시로 재고 및 현금 시재를 확인하며 </a:t>
              </a:r>
              <a:br>
                <a:rPr lang="en-US" altLang="ko-KR" sz="1300" b="1" dirty="0">
                  <a:latin typeface="Malgun Gothic"/>
                  <a:ea typeface="Malgun Gothic"/>
                </a:rPr>
              </a:br>
              <a:r>
                <a:rPr lang="ko-KR" altLang="en-US" sz="1300" b="1" dirty="0">
                  <a:latin typeface="Malgun Gothic"/>
                  <a:ea typeface="Malgun Gothic"/>
                </a:rPr>
                <a:t>캔음료 재고를 채우고 기계의 결함이 없는지 점검</a:t>
              </a:r>
              <a:endParaRPr lang="en-US" altLang="ko-KR" sz="1300" b="1" dirty="0">
                <a:latin typeface="Malgun Gothic"/>
                <a:ea typeface="Malgun Gothic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DFA6033-8B26-D8EF-0BF0-9D1EA65B7643}"/>
                </a:ext>
              </a:extLst>
            </p:cNvPr>
            <p:cNvSpPr txBox="1"/>
            <p:nvPr/>
          </p:nvSpPr>
          <p:spPr>
            <a:xfrm>
              <a:off x="8058439" y="2260333"/>
              <a:ext cx="3924881" cy="30053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 </a:t>
              </a:r>
              <a:r>
                <a:rPr lang="ko-KR" altLang="en-US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시스템 기본 요건 정리</a:t>
              </a: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)</a:t>
              </a:r>
            </a:p>
            <a:p>
              <a:pPr algn="ctr">
                <a:lnSpc>
                  <a:spcPct val="150000"/>
                </a:lnSpc>
              </a:pPr>
              <a:endParaRPr lang="en-US" altLang="ko-KR" sz="1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음료 종류 </a:t>
              </a:r>
              <a:r>
                <a:rPr lang="en-US" altLang="ko-KR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:</a:t>
              </a:r>
              <a:r>
                <a:rPr lang="en-US" altLang="ko-KR" sz="1400" b="1" dirty="0">
                  <a:latin typeface="Malgun Gothic"/>
                  <a:ea typeface="Malgun Gothic"/>
                </a:rPr>
                <a:t> </a:t>
              </a:r>
              <a:r>
                <a:rPr lang="ko-KR" altLang="en-US" sz="1400" b="1" dirty="0">
                  <a:latin typeface="Malgun Gothic"/>
                  <a:ea typeface="Malgun Gothic"/>
                </a:rPr>
                <a:t>최대 </a:t>
              </a:r>
              <a:r>
                <a:rPr lang="en-US" altLang="ko-KR" sz="1400" b="1" dirty="0">
                  <a:latin typeface="Malgun Gothic"/>
                  <a:ea typeface="Malgun Gothic"/>
                </a:rPr>
                <a:t>10</a:t>
              </a:r>
              <a:r>
                <a:rPr lang="ko-KR" altLang="en-US" sz="1400" b="1" dirty="0">
                  <a:latin typeface="Malgun Gothic"/>
                  <a:ea typeface="Malgun Gothic"/>
                </a:rPr>
                <a:t>종</a:t>
              </a:r>
              <a:endParaRPr lang="en-US" altLang="ko-KR" sz="1400" b="1" dirty="0">
                <a:latin typeface="Malgun Gothic"/>
                <a:ea typeface="Malgun Gothic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음료 재고 </a:t>
              </a:r>
              <a:r>
                <a:rPr lang="en-US" altLang="ko-KR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:</a:t>
              </a:r>
              <a:r>
                <a:rPr lang="en-US" altLang="ko-KR" sz="1400" b="1" dirty="0">
                  <a:latin typeface="Malgun Gothic"/>
                  <a:ea typeface="Malgun Gothic"/>
                </a:rPr>
                <a:t> </a:t>
              </a:r>
              <a:r>
                <a:rPr lang="ko-KR" altLang="en-US" sz="1400" b="1" dirty="0">
                  <a:latin typeface="Malgun Gothic"/>
                  <a:ea typeface="Malgun Gothic"/>
                </a:rPr>
                <a:t>각 음료는 기본 </a:t>
              </a:r>
              <a:r>
                <a:rPr lang="en-US" altLang="ko-KR" sz="1400" b="1" dirty="0">
                  <a:latin typeface="Malgun Gothic"/>
                  <a:ea typeface="Malgun Gothic"/>
                </a:rPr>
                <a:t>10</a:t>
              </a:r>
              <a:r>
                <a:rPr lang="ko-KR" altLang="en-US" sz="1400" b="1" dirty="0">
                  <a:latin typeface="Malgun Gothic"/>
                  <a:ea typeface="Malgun Gothic"/>
                </a:rPr>
                <a:t>개 보관 </a:t>
              </a:r>
              <a:endParaRPr lang="en-US" altLang="ko-KR" sz="1400" b="1" dirty="0">
                <a:latin typeface="Malgun Gothic"/>
                <a:ea typeface="Malgun Gothic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화폐 종류 </a:t>
              </a:r>
              <a:r>
                <a:rPr lang="en-US" altLang="ko-KR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:</a:t>
              </a:r>
              <a:r>
                <a:rPr lang="en-US" altLang="ko-KR" sz="1400" b="1" dirty="0">
                  <a:latin typeface="Malgun Gothic"/>
                  <a:ea typeface="Malgun Gothic"/>
                </a:rPr>
                <a:t> 1000, 500, 100, 50 (</a:t>
              </a:r>
              <a:r>
                <a:rPr lang="ko-KR" altLang="en-US" sz="1400" b="1" dirty="0">
                  <a:latin typeface="Malgun Gothic"/>
                  <a:ea typeface="Malgun Gothic"/>
                </a:rPr>
                <a:t>원</a:t>
              </a:r>
              <a:r>
                <a:rPr lang="en-US" altLang="ko-KR" sz="1400" b="1" dirty="0">
                  <a:latin typeface="Malgun Gothic"/>
                  <a:ea typeface="Malgun Gothic"/>
                </a:rPr>
                <a:t>)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화폐 재고 </a:t>
              </a:r>
              <a:r>
                <a:rPr lang="en-US" altLang="ko-KR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:</a:t>
              </a:r>
              <a:r>
                <a:rPr lang="en-US" altLang="ko-KR" sz="1400" b="1" dirty="0">
                  <a:latin typeface="Malgun Gothic"/>
                  <a:ea typeface="Malgun Gothic"/>
                </a:rPr>
                <a:t> </a:t>
              </a:r>
              <a:r>
                <a:rPr lang="ko-KR" altLang="en-US" sz="1400" b="1" dirty="0">
                  <a:latin typeface="Malgun Gothic"/>
                  <a:ea typeface="Malgun Gothic"/>
                </a:rPr>
                <a:t>각 단위 별 기본 </a:t>
              </a:r>
              <a:r>
                <a:rPr lang="en-US" altLang="ko-KR" sz="1400" b="1" dirty="0">
                  <a:latin typeface="Malgun Gothic"/>
                  <a:ea typeface="Malgun Gothic"/>
                </a:rPr>
                <a:t>10</a:t>
              </a:r>
              <a:r>
                <a:rPr lang="ko-KR" altLang="en-US" sz="1400" b="1" dirty="0">
                  <a:latin typeface="Malgun Gothic"/>
                  <a:ea typeface="Malgun Gothic"/>
                </a:rPr>
                <a:t>개 보관</a:t>
              </a:r>
              <a:endParaRPr lang="en-US" altLang="ko-KR" sz="1400" b="1" dirty="0">
                <a:latin typeface="Malgun Gothic"/>
                <a:ea typeface="Malgun Gothic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이력 관리 </a:t>
              </a:r>
              <a:r>
                <a:rPr lang="en-US" altLang="ko-KR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:</a:t>
              </a:r>
              <a:r>
                <a:rPr lang="en-US" altLang="ko-KR" sz="1400" b="1" dirty="0">
                  <a:latin typeface="Malgun Gothic"/>
                  <a:ea typeface="Malgun Gothic"/>
                </a:rPr>
                <a:t> </a:t>
              </a:r>
              <a:r>
                <a:rPr lang="ko-KR" altLang="en-US" sz="1400" b="1" dirty="0">
                  <a:latin typeface="Malgun Gothic"/>
                  <a:ea typeface="Malgun Gothic"/>
                </a:rPr>
                <a:t>입출금 기록은 파일로</a:t>
              </a:r>
              <a:r>
                <a:rPr lang="en-US" altLang="ko-KR" sz="1400" b="1" dirty="0">
                  <a:latin typeface="Malgun Gothic"/>
                  <a:ea typeface="Malgun Gothic"/>
                </a:rPr>
                <a:t> </a:t>
              </a:r>
              <a:r>
                <a:rPr lang="ko-KR" altLang="en-US" sz="1400" b="1" dirty="0">
                  <a:latin typeface="Malgun Gothic"/>
                  <a:ea typeface="Malgun Gothic"/>
                </a:rPr>
                <a:t>저장</a:t>
              </a:r>
              <a:endParaRPr lang="en-US" altLang="ko-KR" sz="1400" b="1" dirty="0">
                <a:latin typeface="Malgun Gothic"/>
                <a:ea typeface="Malgun Gothic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인터페이스 </a:t>
              </a:r>
              <a:r>
                <a:rPr lang="en-US" altLang="ko-KR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:</a:t>
              </a:r>
              <a:r>
                <a:rPr lang="en-US" altLang="ko-KR" sz="1400" b="1" dirty="0">
                  <a:latin typeface="Malgun Gothic"/>
                  <a:ea typeface="Malgun Gothic"/>
                </a:rPr>
                <a:t> </a:t>
              </a:r>
              <a:r>
                <a:rPr lang="en-US" altLang="ko-KR" sz="1400" b="1" dirty="0" err="1">
                  <a:latin typeface="Malgun Gothic"/>
                  <a:ea typeface="Malgun Gothic"/>
                </a:rPr>
                <a:t>tkinter</a:t>
              </a:r>
              <a:r>
                <a:rPr lang="en-US" altLang="ko-KR" sz="1400" b="1" dirty="0">
                  <a:latin typeface="Malgun Gothic"/>
                  <a:ea typeface="Malgun Gothic"/>
                </a:rPr>
                <a:t> </a:t>
              </a:r>
              <a:r>
                <a:rPr lang="ko-KR" altLang="en-US" sz="1400" b="1" dirty="0">
                  <a:latin typeface="Malgun Gothic"/>
                  <a:ea typeface="Malgun Gothic"/>
                </a:rPr>
                <a:t>기반 </a:t>
              </a:r>
              <a:r>
                <a:rPr lang="en-US" altLang="ko-KR" sz="1400" b="1" dirty="0">
                  <a:latin typeface="Malgun Gothic"/>
                  <a:ea typeface="Malgun Gothic"/>
                </a:rPr>
                <a:t>GUI </a:t>
              </a:r>
              <a:r>
                <a:rPr lang="ko-KR" altLang="en-US" sz="1400" b="1" dirty="0">
                  <a:latin typeface="Malgun Gothic"/>
                  <a:ea typeface="Malgun Gothic"/>
                </a:rPr>
                <a:t>설계</a:t>
              </a:r>
              <a:endParaRPr lang="en-US" altLang="ko-KR" sz="1400" b="1" dirty="0">
                <a:latin typeface="Malgun Gothic"/>
                <a:ea typeface="Malgun Gothic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ko-KR" altLang="en-US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예외 처리</a:t>
              </a:r>
              <a:r>
                <a:rPr lang="en-US" altLang="ko-KR" sz="1400" b="1" dirty="0">
                  <a:solidFill>
                    <a:srgbClr val="0000FF"/>
                  </a:solidFill>
                  <a:latin typeface="Malgun Gothic"/>
                  <a:ea typeface="Malgun Gothic"/>
                </a:rPr>
                <a:t> : </a:t>
              </a:r>
              <a:r>
                <a:rPr lang="ko-KR" altLang="en-US" sz="1400" b="1" dirty="0">
                  <a:latin typeface="Malgun Gothic"/>
                  <a:ea typeface="Malgun Gothic"/>
                </a:rPr>
                <a:t>재고</a:t>
              </a:r>
              <a:r>
                <a:rPr lang="en-US" altLang="ko-KR" sz="1400" b="1" dirty="0">
                  <a:latin typeface="Malgun Gothic"/>
                  <a:ea typeface="Malgun Gothic"/>
                </a:rPr>
                <a:t>/</a:t>
              </a:r>
              <a:r>
                <a:rPr lang="ko-KR" altLang="en-US" sz="1400" b="1" dirty="0">
                  <a:latin typeface="Malgun Gothic"/>
                  <a:ea typeface="Malgun Gothic"/>
                </a:rPr>
                <a:t>잔액</a:t>
              </a:r>
              <a:r>
                <a:rPr lang="en-US" altLang="ko-KR" sz="1400" b="1" dirty="0">
                  <a:latin typeface="Malgun Gothic"/>
                  <a:ea typeface="Malgun Gothic"/>
                </a:rPr>
                <a:t>/</a:t>
              </a:r>
              <a:r>
                <a:rPr lang="ko-KR" altLang="en-US" sz="1400" b="1" dirty="0">
                  <a:latin typeface="Malgun Gothic"/>
                  <a:ea typeface="Malgun Gothic"/>
                </a:rPr>
                <a:t>금액 부족 등</a:t>
              </a:r>
              <a:endParaRPr lang="en-US" altLang="ko-KR" sz="1400" b="1" dirty="0">
                <a:latin typeface="Malgun Gothic"/>
                <a:ea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5604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1EBF-4123-B1F8-2D20-7EDAEDBB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556A4C3-EA1B-9F02-DCBC-A1E245F1F954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EEB4633-60D4-7DE8-51C4-48AAC2B419D1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tx1">
                    <a:lumMod val="75000"/>
                    <a:lumOff val="25000"/>
                  </a:schemeClr>
                </a:solidFill>
              </a:rPr>
              <a:t>&gt;&gt;</a:t>
            </a:r>
            <a:endParaRPr lang="ko-KR" altLang="en-US" sz="32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F029CD-309A-B3B0-70E1-440A2503A5F8}"/>
              </a:ext>
            </a:extLst>
          </p:cNvPr>
          <p:cNvSpPr txBox="1"/>
          <p:nvPr/>
        </p:nvSpPr>
        <p:spPr>
          <a:xfrm>
            <a:off x="1779156" y="423744"/>
            <a:ext cx="4063933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개발 내용 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(</a:t>
            </a:r>
            <a:r>
              <a:rPr lang="ko-KR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구현 기능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)</a:t>
            </a:r>
            <a:endParaRPr lang="ko-KR" sz="30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843848-BE5C-4FB3-FA33-A9E0867AA00A}"/>
              </a:ext>
            </a:extLst>
          </p:cNvPr>
          <p:cNvSpPr txBox="1"/>
          <p:nvPr/>
        </p:nvSpPr>
        <p:spPr>
          <a:xfrm>
            <a:off x="267629" y="531465"/>
            <a:ext cx="80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0876E5-06CD-D808-22D4-2276DD706625}"/>
              </a:ext>
            </a:extLst>
          </p:cNvPr>
          <p:cNvSpPr/>
          <p:nvPr/>
        </p:nvSpPr>
        <p:spPr>
          <a:xfrm>
            <a:off x="9975273" y="6629400"/>
            <a:ext cx="221672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3EFEA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F7C9666-50DA-F1CD-8898-2434EDD34110}"/>
              </a:ext>
            </a:extLst>
          </p:cNvPr>
          <p:cNvCxnSpPr/>
          <p:nvPr/>
        </p:nvCxnSpPr>
        <p:spPr>
          <a:xfrm>
            <a:off x="267628" y="1008519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E78CA73D-17F5-C419-E3B1-38E902D758F4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A754BBA-96CE-148B-73CE-67998F8A0388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7A6D8CE9-050E-4C1F-95CF-0DCA66BFE934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F17821-BC48-D34A-EC82-337A7319D238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6C2B91-FBDA-4DBE-B902-85292F86DB36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04</a:t>
              </a:r>
            </a:p>
          </p:txBody>
        </p: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AA46787D-CD5D-3F38-2EBF-CF910162A9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89" r="37432"/>
          <a:stretch>
            <a:fillRect/>
          </a:stretch>
        </p:blipFill>
        <p:spPr>
          <a:xfrm>
            <a:off x="4160674" y="1998956"/>
            <a:ext cx="3235385" cy="404367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97FC855-D010-7A42-0555-577FDD235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521" b="86356"/>
          <a:stretch>
            <a:fillRect/>
          </a:stretch>
        </p:blipFill>
        <p:spPr>
          <a:xfrm>
            <a:off x="267628" y="1994578"/>
            <a:ext cx="3235385" cy="55173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8247323-DF0F-893E-2392-F790A65E36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53" r="199"/>
          <a:stretch>
            <a:fillRect/>
          </a:stretch>
        </p:blipFill>
        <p:spPr>
          <a:xfrm>
            <a:off x="7722962" y="1998956"/>
            <a:ext cx="3869356" cy="404367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BF79054-6A3D-0F51-15E2-07664236B1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51" r="68521"/>
          <a:stretch>
            <a:fillRect/>
          </a:stretch>
        </p:blipFill>
        <p:spPr>
          <a:xfrm>
            <a:off x="598386" y="2533167"/>
            <a:ext cx="3235385" cy="354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8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52631-65E0-6D3A-B0F7-D28438E2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5D44C6D-9E27-BCF5-51DA-F16FA468B4AA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E1D28A-23E5-0A07-6A75-97E4F85A48E3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tx1">
                    <a:lumMod val="75000"/>
                    <a:lumOff val="25000"/>
                  </a:schemeClr>
                </a:solidFill>
              </a:rPr>
              <a:t>&gt;&gt;</a:t>
            </a:r>
            <a:endParaRPr lang="ko-KR" altLang="en-US" sz="32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33908-8905-D615-4186-4D7678F170EE}"/>
              </a:ext>
            </a:extLst>
          </p:cNvPr>
          <p:cNvSpPr txBox="1"/>
          <p:nvPr/>
        </p:nvSpPr>
        <p:spPr>
          <a:xfrm>
            <a:off x="1779156" y="423744"/>
            <a:ext cx="362471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개발 내용 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(UI/UX)</a:t>
            </a:r>
            <a:endParaRPr lang="ko-KR" sz="30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333608-BB73-C19C-235D-1A38497037B5}"/>
              </a:ext>
            </a:extLst>
          </p:cNvPr>
          <p:cNvSpPr txBox="1"/>
          <p:nvPr/>
        </p:nvSpPr>
        <p:spPr>
          <a:xfrm>
            <a:off x="267629" y="531465"/>
            <a:ext cx="80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B2C268-007C-1E8B-79C7-5501266634BE}"/>
              </a:ext>
            </a:extLst>
          </p:cNvPr>
          <p:cNvSpPr/>
          <p:nvPr/>
        </p:nvSpPr>
        <p:spPr>
          <a:xfrm>
            <a:off x="9975273" y="6629400"/>
            <a:ext cx="221672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3EFEA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54AE3A5-95F7-1255-677B-EF0897CCEC6B}"/>
              </a:ext>
            </a:extLst>
          </p:cNvPr>
          <p:cNvCxnSpPr/>
          <p:nvPr/>
        </p:nvCxnSpPr>
        <p:spPr>
          <a:xfrm>
            <a:off x="267628" y="1008519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57560-8C73-19EA-162A-AE872B3C7ECF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21F3718-3BFE-4C2F-EFE3-BE9BF36A34FB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387AC993-CE68-4749-2A20-1AB5CBA0CF1D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5B9E1E-BF5D-B403-69E3-F584CF9E2DE2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D48434-F516-6CAC-8552-B8C0E591E762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05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A33CF8C-8BE3-8FF9-4F26-06B0CF346169}"/>
              </a:ext>
            </a:extLst>
          </p:cNvPr>
          <p:cNvGrpSpPr/>
          <p:nvPr/>
        </p:nvGrpSpPr>
        <p:grpSpPr>
          <a:xfrm>
            <a:off x="508847" y="1866433"/>
            <a:ext cx="11174306" cy="4270245"/>
            <a:chOff x="528320" y="1874900"/>
            <a:chExt cx="11174306" cy="427024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D08EADC-BC95-0172-EBE8-389B0AB4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8672" y="2367345"/>
              <a:ext cx="3543954" cy="377779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5F3E74F-3E99-5FC0-57A7-BCE86A5D65E0}"/>
                </a:ext>
              </a:extLst>
            </p:cNvPr>
            <p:cNvGrpSpPr/>
            <p:nvPr/>
          </p:nvGrpSpPr>
          <p:grpSpPr>
            <a:xfrm>
              <a:off x="528320" y="1874900"/>
              <a:ext cx="10232480" cy="4270245"/>
              <a:chOff x="528320" y="1874900"/>
              <a:chExt cx="10232480" cy="4270245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0313B5A1-6400-ECE1-F6C2-03E6A8D9CE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2057" y="2367346"/>
                <a:ext cx="4459435" cy="377779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2BEF52C8-BE3F-6A28-5F9A-6E253A3F5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8320" y="2367346"/>
                <a:ext cx="2476557" cy="2943535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6C3319-DF54-9210-6266-010D5E0D6D45}"/>
                  </a:ext>
                </a:extLst>
              </p:cNvPr>
              <p:cNvSpPr txBox="1"/>
              <p:nvPr/>
            </p:nvSpPr>
            <p:spPr>
              <a:xfrm>
                <a:off x="1023252" y="1874902"/>
                <a:ext cx="1511808" cy="3847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5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초기 실행 화면</a:t>
                </a:r>
                <a:endParaRPr lang="en-US" altLang="ko-KR" sz="1500" dirty="0"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9FE7D3-9124-F764-F93F-610D586FCB3D}"/>
                  </a:ext>
                </a:extLst>
              </p:cNvPr>
              <p:cNvSpPr txBox="1"/>
              <p:nvPr/>
            </p:nvSpPr>
            <p:spPr>
              <a:xfrm>
                <a:off x="4054831" y="1874901"/>
                <a:ext cx="3053886" cy="3847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5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사용자 음료 선택 및 구매 화면</a:t>
                </a:r>
                <a:endParaRPr lang="en-US" altLang="ko-KR" sz="1500" dirty="0"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F63335-00CD-0416-5A4E-040C36841CC6}"/>
                  </a:ext>
                </a:extLst>
              </p:cNvPr>
              <p:cNvSpPr txBox="1"/>
              <p:nvPr/>
            </p:nvSpPr>
            <p:spPr>
              <a:xfrm>
                <a:off x="9100498" y="1874900"/>
                <a:ext cx="1660302" cy="3847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5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관리자 전용 화면</a:t>
                </a:r>
                <a:endParaRPr lang="en-US" altLang="ko-KR" sz="1500" dirty="0"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685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7A0B-86AE-9674-BF7E-C9B04C16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E4F3969-BEF9-909E-8012-A5DFD9D783CE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308BFB-83DF-7D4D-C335-22DF0026A090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tx1">
                    <a:lumMod val="75000"/>
                    <a:lumOff val="25000"/>
                  </a:schemeClr>
                </a:solidFill>
              </a:rPr>
              <a:t>&gt;&gt;</a:t>
            </a:r>
            <a:endParaRPr lang="ko-KR" altLang="en-US" sz="32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927557-F183-0B8F-ED30-D0DF2F7F858F}"/>
              </a:ext>
            </a:extLst>
          </p:cNvPr>
          <p:cNvSpPr txBox="1"/>
          <p:nvPr/>
        </p:nvSpPr>
        <p:spPr>
          <a:xfrm>
            <a:off x="1779156" y="423744"/>
            <a:ext cx="535274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개발 내용 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(</a:t>
            </a:r>
            <a:r>
              <a:rPr lang="ko-KR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사용자 시나리오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)</a:t>
            </a:r>
            <a:endParaRPr lang="ko-KR" sz="30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615408-25DD-211B-9DF4-CA63FA03889F}"/>
              </a:ext>
            </a:extLst>
          </p:cNvPr>
          <p:cNvSpPr txBox="1"/>
          <p:nvPr/>
        </p:nvSpPr>
        <p:spPr>
          <a:xfrm>
            <a:off x="267629" y="531465"/>
            <a:ext cx="80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C3FDA1-9D86-8EE3-0BD3-1B7BC724C60E}"/>
              </a:ext>
            </a:extLst>
          </p:cNvPr>
          <p:cNvSpPr/>
          <p:nvPr/>
        </p:nvSpPr>
        <p:spPr>
          <a:xfrm>
            <a:off x="9975273" y="6629400"/>
            <a:ext cx="221672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3EFEA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C874AD8-7D40-8ED0-4E77-3A71FCEC25F4}"/>
              </a:ext>
            </a:extLst>
          </p:cNvPr>
          <p:cNvCxnSpPr/>
          <p:nvPr/>
        </p:nvCxnSpPr>
        <p:spPr>
          <a:xfrm>
            <a:off x="267628" y="1008519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9A0AE2D7-06BD-69FA-379D-D016362A8227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8BD3B2E-5973-E5E6-0B07-4D10B90C441E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189CBEFA-8D10-6321-B268-05FBA18F6D81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2C379F-2BF7-E96E-4CA7-5938378A5EB9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2B9B87-80B7-0515-2937-C80CFDDCBF3D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06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B793708-A7F3-BCED-83F0-55902E939D58}"/>
              </a:ext>
            </a:extLst>
          </p:cNvPr>
          <p:cNvGrpSpPr/>
          <p:nvPr/>
        </p:nvGrpSpPr>
        <p:grpSpPr>
          <a:xfrm>
            <a:off x="318696" y="1985382"/>
            <a:ext cx="11414862" cy="4233197"/>
            <a:chOff x="318696" y="1985382"/>
            <a:chExt cx="11414862" cy="4233197"/>
          </a:xfrm>
        </p:grpSpPr>
        <p:pic>
          <p:nvPicPr>
            <p:cNvPr id="1026" name="Picture 2" descr="Python and SQLite3. Introduction: | by Sailaja Karra | Medium">
              <a:extLst>
                <a:ext uri="{FF2B5EF4-FFF2-40B4-BE49-F238E27FC236}">
                  <a16:creationId xmlns:a16="http://schemas.microsoft.com/office/drawing/2014/main" id="{D4D8EC2E-F0E8-56B5-1FED-B66424E834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667" b="21857"/>
            <a:stretch>
              <a:fillRect/>
            </a:stretch>
          </p:blipFill>
          <p:spPr bwMode="auto">
            <a:xfrm>
              <a:off x="9880705" y="4891332"/>
              <a:ext cx="1171181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BACDD06F-C455-E10F-DDB2-B7DAF34E7FD0}"/>
                </a:ext>
              </a:extLst>
            </p:cNvPr>
            <p:cNvGrpSpPr/>
            <p:nvPr/>
          </p:nvGrpSpPr>
          <p:grpSpPr>
            <a:xfrm>
              <a:off x="318696" y="1985382"/>
              <a:ext cx="11414862" cy="4233197"/>
              <a:chOff x="635377" y="1195492"/>
              <a:chExt cx="11414862" cy="4233197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F1231E-04C3-4995-EAF6-AD2C115FFA99}"/>
                  </a:ext>
                </a:extLst>
              </p:cNvPr>
              <p:cNvSpPr txBox="1"/>
              <p:nvPr/>
            </p:nvSpPr>
            <p:spPr>
              <a:xfrm>
                <a:off x="2918276" y="1440431"/>
                <a:ext cx="103430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사용자 모드 선택</a:t>
                </a:r>
              </a:p>
            </p:txBody>
          </p:sp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88A30F68-44B8-C251-EFFD-F373ADE6E7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377" y="1693653"/>
                <a:ext cx="876227" cy="540000"/>
              </a:xfrm>
              <a:prstGeom prst="rect">
                <a:avLst/>
              </a:pr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A2C65C7B-57D0-0271-44C3-06F129EF52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0160" y="1329146"/>
                <a:ext cx="1189787" cy="144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00340DC8-0656-071E-9E4B-6F3A3B3ACE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7449" y="1708466"/>
                <a:ext cx="85657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B9D34D8D-A7E2-9699-AF3D-028B86D8B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43636" y="1329146"/>
                <a:ext cx="2549733" cy="216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3524817F-5E03-115D-2927-7BBF6AEE5D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43085" y="1329146"/>
                <a:ext cx="1017510" cy="126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103135DA-51DC-6B4D-373A-5879921AD0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35220" y="1329146"/>
                <a:ext cx="1281429" cy="90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4A1E8E7B-0F40-4FB4-9C6F-19C185368F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6006" y="1704720"/>
                <a:ext cx="85657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505FD5E7-E6F6-6F88-9C55-BC1C781D71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9006" y="1704720"/>
                <a:ext cx="85657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0296019-60E1-EF51-81F3-283198BB2C05}"/>
                  </a:ext>
                </a:extLst>
              </p:cNvPr>
              <p:cNvSpPr txBox="1"/>
              <p:nvPr/>
            </p:nvSpPr>
            <p:spPr>
              <a:xfrm>
                <a:off x="6572752" y="1426326"/>
                <a:ext cx="103430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원하는 음료 선택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554C38-D7A8-819E-F8DB-95A06B621F26}"/>
                  </a:ext>
                </a:extLst>
              </p:cNvPr>
              <p:cNvSpPr txBox="1"/>
              <p:nvPr/>
            </p:nvSpPr>
            <p:spPr>
              <a:xfrm>
                <a:off x="8962714" y="1195492"/>
                <a:ext cx="10343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음료의 금액보다</a:t>
                </a:r>
                <a:br>
                  <a:rPr lang="en-US" altLang="ko-KR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</a:br>
                <a:r>
                  <a:rPr lang="ko-KR" altLang="en-US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더 많은 금액을 </a:t>
                </a:r>
                <a:br>
                  <a:rPr lang="en-US" altLang="ko-KR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</a:br>
                <a:r>
                  <a:rPr lang="ko-KR" altLang="en-US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투입한 경우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98BB278-706D-D05C-0A49-4B23B8E45848}"/>
                  </a:ext>
                </a:extLst>
              </p:cNvPr>
              <p:cNvSpPr txBox="1"/>
              <p:nvPr/>
            </p:nvSpPr>
            <p:spPr>
              <a:xfrm>
                <a:off x="11082890" y="1257048"/>
                <a:ext cx="96734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solidFill>
                      <a:srgbClr val="0000FF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잔돈 반환 후 </a:t>
                </a:r>
                <a:br>
                  <a:rPr lang="en-US" altLang="ko-KR" sz="800" dirty="0">
                    <a:solidFill>
                      <a:srgbClr val="0000FF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</a:br>
                <a:r>
                  <a:rPr lang="ko-KR" altLang="en-US" sz="800" dirty="0">
                    <a:solidFill>
                      <a:srgbClr val="0000FF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음료 선택창 종료</a:t>
                </a:r>
              </a:p>
            </p:txBody>
          </p:sp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00010FB4-3D7A-749B-105B-2CDD6F77A7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63089" y="4133234"/>
                <a:ext cx="1345833" cy="90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ED80D5D-C961-B5A2-E3D0-1ACD8B8AA565}"/>
                  </a:ext>
                </a:extLst>
              </p:cNvPr>
              <p:cNvSpPr txBox="1"/>
              <p:nvPr/>
            </p:nvSpPr>
            <p:spPr>
              <a:xfrm>
                <a:off x="5930943" y="3716873"/>
                <a:ext cx="11229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선택한 음료의 </a:t>
                </a:r>
                <a:br>
                  <a:rPr lang="en-US" altLang="ko-KR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</a:br>
                <a:r>
                  <a:rPr lang="ko-KR" altLang="en-US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재고가 부족할 경우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A286342-444A-3495-9B4B-5F146E07351A}"/>
                  </a:ext>
                </a:extLst>
              </p:cNvPr>
              <p:cNvSpPr txBox="1"/>
              <p:nvPr/>
            </p:nvSpPr>
            <p:spPr>
              <a:xfrm>
                <a:off x="5871206" y="5090135"/>
                <a:ext cx="15295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solidFill>
                      <a:srgbClr val="0000FF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해당 음료는 구매가 불가하며</a:t>
                </a:r>
                <a:br>
                  <a:rPr lang="en-US" altLang="ko-KR" sz="800" dirty="0">
                    <a:solidFill>
                      <a:srgbClr val="0000FF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</a:br>
                <a:r>
                  <a:rPr lang="ko-KR" altLang="en-US" sz="800" dirty="0">
                    <a:solidFill>
                      <a:srgbClr val="0000FF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재고 부족 알림 배너를 출력</a:t>
                </a:r>
              </a:p>
            </p:txBody>
          </p:sp>
          <p:pic>
            <p:nvPicPr>
              <p:cNvPr id="44" name="그림 43">
                <a:extLst>
                  <a:ext uri="{FF2B5EF4-FFF2-40B4-BE49-F238E27FC236}">
                    <a16:creationId xmlns:a16="http://schemas.microsoft.com/office/drawing/2014/main" id="{3888D9B8-24E2-BA3C-6BC9-FAEDE34BD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26877" y="4136880"/>
                <a:ext cx="1660563" cy="90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6FEE448-C994-7CCA-D69A-7EA1CBCD315F}"/>
                  </a:ext>
                </a:extLst>
              </p:cNvPr>
              <p:cNvSpPr txBox="1"/>
              <p:nvPr/>
            </p:nvSpPr>
            <p:spPr>
              <a:xfrm>
                <a:off x="8367598" y="3736661"/>
                <a:ext cx="10635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자판기에 반환할 </a:t>
                </a:r>
                <a:br>
                  <a:rPr lang="en-US" altLang="ko-KR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</a:br>
                <a:r>
                  <a:rPr lang="ko-KR" altLang="en-US" sz="800" dirty="0"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화폐가 부족할 경우 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C2BB7DA-3375-0F72-C5B2-28DCE1B5C954}"/>
                  </a:ext>
                </a:extLst>
              </p:cNvPr>
              <p:cNvSpPr txBox="1"/>
              <p:nvPr/>
            </p:nvSpPr>
            <p:spPr>
              <a:xfrm>
                <a:off x="7726877" y="5098545"/>
                <a:ext cx="174092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solidFill>
                      <a:srgbClr val="0000FF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잔돈 부족 배너 출력 후 거래 취소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36D3EA3-EA12-99A3-4AA3-D2A3AB4E3B6C}"/>
                  </a:ext>
                </a:extLst>
              </p:cNvPr>
              <p:cNvSpPr txBox="1"/>
              <p:nvPr/>
            </p:nvSpPr>
            <p:spPr>
              <a:xfrm>
                <a:off x="1615782" y="2836324"/>
                <a:ext cx="12366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solidFill>
                      <a:srgbClr val="0000FF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사용종료 버튼 클릭 시 </a:t>
                </a:r>
                <a:endParaRPr lang="en-US" altLang="ko-KR" sz="8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r>
                  <a:rPr lang="ko-KR" altLang="en-US" sz="800" dirty="0">
                    <a:solidFill>
                      <a:srgbClr val="0000FF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기본 실행창 종료</a:t>
                </a:r>
              </a:p>
            </p:txBody>
          </p:sp>
          <p:cxnSp>
            <p:nvCxnSpPr>
              <p:cNvPr id="63" name="직선 화살표 연결선 62">
                <a:extLst>
                  <a:ext uri="{FF2B5EF4-FFF2-40B4-BE49-F238E27FC236}">
                    <a16:creationId xmlns:a16="http://schemas.microsoft.com/office/drawing/2014/main" id="{AB46554B-7F96-2697-E895-AD66A1203C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28938" y="1704720"/>
                <a:ext cx="0" cy="229752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004A5360-9B03-3443-5ED9-44986E26E51B}"/>
                </a:ext>
              </a:extLst>
            </p:cNvPr>
            <p:cNvCxnSpPr>
              <a:cxnSpLocks/>
            </p:cNvCxnSpPr>
            <p:nvPr/>
          </p:nvCxnSpPr>
          <p:spPr>
            <a:xfrm>
              <a:off x="7993850" y="3130274"/>
              <a:ext cx="11123" cy="16618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6435B3F8-DF24-DD27-6302-149F3F3E3750}"/>
                </a:ext>
              </a:extLst>
            </p:cNvPr>
            <p:cNvCxnSpPr>
              <a:cxnSpLocks/>
            </p:cNvCxnSpPr>
            <p:nvPr/>
          </p:nvCxnSpPr>
          <p:spPr>
            <a:xfrm>
              <a:off x="10224036" y="3478965"/>
              <a:ext cx="0" cy="13663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A0695B6-3548-7787-69C1-3E9361FD29EB}"/>
                </a:ext>
              </a:extLst>
            </p:cNvPr>
            <p:cNvSpPr txBox="1"/>
            <p:nvPr/>
          </p:nvSpPr>
          <p:spPr>
            <a:xfrm>
              <a:off x="9811733" y="5604616"/>
              <a:ext cx="17409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구매 이력을 </a:t>
              </a:r>
              <a:r>
                <a:rPr lang="en-US" altLang="ko-KR" sz="8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DB</a:t>
              </a:r>
              <a:r>
                <a:rPr lang="ko-KR" altLang="en-US" sz="8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에 저장 후 </a:t>
              </a:r>
              <a:br>
                <a:rPr lang="en-US" altLang="ko-KR" sz="8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</a:br>
              <a:r>
                <a:rPr lang="ko-KR" altLang="en-US" sz="8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구매 </a:t>
              </a:r>
              <a:r>
                <a:rPr lang="en-US" altLang="ko-KR" sz="8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log </a:t>
              </a:r>
              <a:r>
                <a:rPr lang="ko-KR" altLang="en-US" sz="8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파일에 기록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773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F1C1-95A3-AEC6-1E5C-74422529B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4C0EE39-B4D3-DAEB-0908-681E9E1BFE68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314AF20-96D3-D534-C2E0-08F30766C49D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tx1">
                    <a:lumMod val="75000"/>
                    <a:lumOff val="25000"/>
                  </a:schemeClr>
                </a:solidFill>
              </a:rPr>
              <a:t>&gt;&gt;</a:t>
            </a:r>
            <a:endParaRPr lang="ko-KR" altLang="en-US" sz="32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0A3C16-E073-43CD-8081-335E9C4B4BBA}"/>
              </a:ext>
            </a:extLst>
          </p:cNvPr>
          <p:cNvSpPr txBox="1"/>
          <p:nvPr/>
        </p:nvSpPr>
        <p:spPr>
          <a:xfrm>
            <a:off x="1779156" y="423744"/>
            <a:ext cx="535274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개발 내용 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(</a:t>
            </a:r>
            <a:r>
              <a:rPr lang="ko-KR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관리자 시나리오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)</a:t>
            </a:r>
            <a:endParaRPr lang="ko-KR" sz="30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5AF714-5065-647E-D07F-E1C3B2FD07F4}"/>
              </a:ext>
            </a:extLst>
          </p:cNvPr>
          <p:cNvSpPr txBox="1"/>
          <p:nvPr/>
        </p:nvSpPr>
        <p:spPr>
          <a:xfrm>
            <a:off x="267629" y="531465"/>
            <a:ext cx="80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2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CC38419-E8AE-62C1-65EF-5DDC05A8708E}"/>
              </a:ext>
            </a:extLst>
          </p:cNvPr>
          <p:cNvSpPr/>
          <p:nvPr/>
        </p:nvSpPr>
        <p:spPr>
          <a:xfrm>
            <a:off x="9975273" y="6629400"/>
            <a:ext cx="221672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3EFEA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5B04118-8CDA-F925-4A7D-441B57CED049}"/>
              </a:ext>
            </a:extLst>
          </p:cNvPr>
          <p:cNvCxnSpPr/>
          <p:nvPr/>
        </p:nvCxnSpPr>
        <p:spPr>
          <a:xfrm>
            <a:off x="267628" y="1008519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252E3C5B-D2CB-3720-9301-193331F15156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23D06493-F0C7-A5C2-26B5-0A4D6ADF4EED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A1E6307B-2611-8B40-9544-87EB68DB797A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23AFD-271C-0585-4D75-7FAD10738A6A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625722-8C35-05B2-0EB2-08111AC07B5A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07</a:t>
              </a:r>
            </a:p>
          </p:txBody>
        </p:sp>
      </p:grp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E96D44E-B89F-462C-637C-25DBD3AFD317}"/>
              </a:ext>
            </a:extLst>
          </p:cNvPr>
          <p:cNvCxnSpPr>
            <a:cxnSpLocks/>
          </p:cNvCxnSpPr>
          <p:nvPr/>
        </p:nvCxnSpPr>
        <p:spPr>
          <a:xfrm>
            <a:off x="2661913" y="1971546"/>
            <a:ext cx="5791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D14FA0B-0B93-4963-2032-99924E7C73E6}"/>
              </a:ext>
            </a:extLst>
          </p:cNvPr>
          <p:cNvSpPr txBox="1"/>
          <p:nvPr/>
        </p:nvSpPr>
        <p:spPr>
          <a:xfrm>
            <a:off x="2577490" y="1593573"/>
            <a:ext cx="777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관리자 모드 </a:t>
            </a:r>
            <a:endParaRPr lang="en-US" altLang="ko-KR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로그인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461AFA6-02AF-3274-D4C0-D1B190EA58E1}"/>
              </a:ext>
            </a:extLst>
          </p:cNvPr>
          <p:cNvGrpSpPr/>
          <p:nvPr/>
        </p:nvGrpSpPr>
        <p:grpSpPr>
          <a:xfrm>
            <a:off x="173998" y="2040909"/>
            <a:ext cx="876227" cy="544131"/>
            <a:chOff x="318696" y="2483543"/>
            <a:chExt cx="876227" cy="54413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3B7C191-A5E0-FB5B-FF48-D3814B09E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696" y="2483543"/>
              <a:ext cx="876227" cy="540000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0D61F0-63D3-AF6D-2A88-9F40C7FF5297}"/>
                </a:ext>
              </a:extLst>
            </p:cNvPr>
            <p:cNvSpPr/>
            <p:nvPr/>
          </p:nvSpPr>
          <p:spPr>
            <a:xfrm>
              <a:off x="431800" y="2878667"/>
              <a:ext cx="285398" cy="999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EB08C3-EC7E-1ED5-5893-7F740D28AE97}"/>
                </a:ext>
              </a:extLst>
            </p:cNvPr>
            <p:cNvSpPr txBox="1"/>
            <p:nvPr/>
          </p:nvSpPr>
          <p:spPr>
            <a:xfrm>
              <a:off x="327361" y="2827619"/>
              <a:ext cx="49427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관리자</a:t>
              </a: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144666D3-9360-97B8-B976-865C9D361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532" y="1621561"/>
            <a:ext cx="1379154" cy="72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29DB456-B87C-D87A-2F5C-BCF870335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295" y="5230945"/>
            <a:ext cx="1215628" cy="72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C835A0E-9779-5B64-A309-CA9F0D3D0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724" y="2841615"/>
            <a:ext cx="1285234" cy="72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4D12EB0-0C43-A7F6-A3BF-ABDCC0FB4B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156" y="4037756"/>
            <a:ext cx="1275906" cy="72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C9B285D-FFEB-2066-44E6-1B2F87BA57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3760" y="1626001"/>
            <a:ext cx="2716923" cy="288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B68418B6-7896-BEB3-9B08-6205A0DB8B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2194" y="1626001"/>
            <a:ext cx="1355332" cy="162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556FD11-F55C-7B9C-5AB7-0D3B2DBF2273}"/>
              </a:ext>
            </a:extLst>
          </p:cNvPr>
          <p:cNvCxnSpPr>
            <a:cxnSpLocks/>
          </p:cNvCxnSpPr>
          <p:nvPr/>
        </p:nvCxnSpPr>
        <p:spPr>
          <a:xfrm>
            <a:off x="4019827" y="2446459"/>
            <a:ext cx="0" cy="2819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06C46EE-C981-1774-DDFD-F6B32621ACE3}"/>
              </a:ext>
            </a:extLst>
          </p:cNvPr>
          <p:cNvCxnSpPr>
            <a:cxnSpLocks/>
          </p:cNvCxnSpPr>
          <p:nvPr/>
        </p:nvCxnSpPr>
        <p:spPr>
          <a:xfrm>
            <a:off x="4018193" y="3657192"/>
            <a:ext cx="0" cy="2819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DE7244AB-B865-5765-0423-2933D8028FA8}"/>
              </a:ext>
            </a:extLst>
          </p:cNvPr>
          <p:cNvCxnSpPr>
            <a:cxnSpLocks/>
          </p:cNvCxnSpPr>
          <p:nvPr/>
        </p:nvCxnSpPr>
        <p:spPr>
          <a:xfrm>
            <a:off x="4016559" y="4863692"/>
            <a:ext cx="0" cy="2819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423A9DC-EA04-3700-4782-C9710D47690D}"/>
              </a:ext>
            </a:extLst>
          </p:cNvPr>
          <p:cNvSpPr txBox="1"/>
          <p:nvPr/>
        </p:nvSpPr>
        <p:spPr>
          <a:xfrm>
            <a:off x="4681958" y="3032338"/>
            <a:ext cx="11789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관리자 비밀번호를 </a:t>
            </a:r>
            <a:br>
              <a:rPr lang="en-US" altLang="ko-KR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en-US" altLang="ko-KR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회</a:t>
            </a:r>
            <a:r>
              <a:rPr lang="ko-KR" altLang="en-US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잘못 입력한 경우 </a:t>
            </a:r>
            <a:endParaRPr lang="en-US" altLang="ko-KR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012AEA-B350-1EAE-9B07-1F6703C79033}"/>
              </a:ext>
            </a:extLst>
          </p:cNvPr>
          <p:cNvSpPr txBox="1"/>
          <p:nvPr/>
        </p:nvSpPr>
        <p:spPr>
          <a:xfrm>
            <a:off x="4681958" y="4254866"/>
            <a:ext cx="11789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관리자 비밀번호를 </a:t>
            </a:r>
            <a:br>
              <a:rPr lang="en-US" altLang="ko-KR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en-US" altLang="ko-KR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회</a:t>
            </a:r>
            <a:r>
              <a:rPr lang="ko-KR" altLang="en-US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잘못 입력한 경우 </a:t>
            </a:r>
            <a:endParaRPr lang="en-US" altLang="ko-KR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3024AC-8E24-5DEE-8A32-EBF81DEBBF4A}"/>
              </a:ext>
            </a:extLst>
          </p:cNvPr>
          <p:cNvSpPr txBox="1"/>
          <p:nvPr/>
        </p:nvSpPr>
        <p:spPr>
          <a:xfrm>
            <a:off x="4681957" y="5452047"/>
            <a:ext cx="1178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관리자 비밀번호를 </a:t>
            </a:r>
            <a:br>
              <a:rPr lang="en-US" altLang="ko-KR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en-US" altLang="ko-KR" sz="8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z="8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회</a:t>
            </a:r>
            <a:r>
              <a:rPr lang="ko-KR" altLang="en-US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잘못 입력한 경우</a:t>
            </a:r>
            <a:br>
              <a:rPr lang="en-US" altLang="ko-KR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ko-KR" altLang="en-US" sz="8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로그인 창 강제 종료</a:t>
            </a:r>
            <a:endParaRPr lang="en-US" altLang="ko-KR" sz="8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07484684-FA3B-127C-8F5F-335459A71D7F}"/>
              </a:ext>
            </a:extLst>
          </p:cNvPr>
          <p:cNvCxnSpPr>
            <a:cxnSpLocks/>
          </p:cNvCxnSpPr>
          <p:nvPr/>
        </p:nvCxnSpPr>
        <p:spPr>
          <a:xfrm>
            <a:off x="4916578" y="1943220"/>
            <a:ext cx="8565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9489A27-3249-076E-4FAD-599F6669AE29}"/>
              </a:ext>
            </a:extLst>
          </p:cNvPr>
          <p:cNvSpPr txBox="1"/>
          <p:nvPr/>
        </p:nvSpPr>
        <p:spPr>
          <a:xfrm>
            <a:off x="4830523" y="1663500"/>
            <a:ext cx="1115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관리자 로그인 성공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F7B9125-0875-E22F-F393-9319F12D170B}"/>
              </a:ext>
            </a:extLst>
          </p:cNvPr>
          <p:cNvCxnSpPr>
            <a:cxnSpLocks/>
          </p:cNvCxnSpPr>
          <p:nvPr/>
        </p:nvCxnSpPr>
        <p:spPr>
          <a:xfrm rot="16200000">
            <a:off x="8909961" y="1957241"/>
            <a:ext cx="0" cy="2819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3E83D82C-37C7-A30E-13E7-605AB408CF7A}"/>
              </a:ext>
            </a:extLst>
          </p:cNvPr>
          <p:cNvCxnSpPr>
            <a:cxnSpLocks/>
          </p:cNvCxnSpPr>
          <p:nvPr/>
        </p:nvCxnSpPr>
        <p:spPr>
          <a:xfrm>
            <a:off x="6499346" y="4593420"/>
            <a:ext cx="0" cy="2062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B2633D5B-6BA9-8444-486F-294D58D8DE0B}"/>
              </a:ext>
            </a:extLst>
          </p:cNvPr>
          <p:cNvCxnSpPr>
            <a:cxnSpLocks/>
            <a:stCxn id="59" idx="3"/>
          </p:cNvCxnSpPr>
          <p:nvPr/>
        </p:nvCxnSpPr>
        <p:spPr>
          <a:xfrm flipV="1">
            <a:off x="7036467" y="5128778"/>
            <a:ext cx="122292" cy="2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D61E93A7-A32F-9A60-85D7-361D95E6AAE4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8443133" y="5122642"/>
            <a:ext cx="104940" cy="14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그림 101">
            <a:extLst>
              <a:ext uri="{FF2B5EF4-FFF2-40B4-BE49-F238E27FC236}">
                <a16:creationId xmlns:a16="http://schemas.microsoft.com/office/drawing/2014/main" id="{3DDDA4B6-F1A0-6E16-F478-9B8B33E3EB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4987" y="4810561"/>
            <a:ext cx="1288146" cy="648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A6E64A6-685C-CB88-3FA7-D3C6BE4476AF}"/>
              </a:ext>
            </a:extLst>
          </p:cNvPr>
          <p:cNvCxnSpPr>
            <a:cxnSpLocks/>
          </p:cNvCxnSpPr>
          <p:nvPr/>
        </p:nvCxnSpPr>
        <p:spPr>
          <a:xfrm flipV="1">
            <a:off x="7223198" y="6009018"/>
            <a:ext cx="122292" cy="2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82E6607D-4832-D670-6F81-B695F7E26608}"/>
              </a:ext>
            </a:extLst>
          </p:cNvPr>
          <p:cNvCxnSpPr>
            <a:cxnSpLocks/>
          </p:cNvCxnSpPr>
          <p:nvPr/>
        </p:nvCxnSpPr>
        <p:spPr>
          <a:xfrm flipV="1">
            <a:off x="8559069" y="6004901"/>
            <a:ext cx="122292" cy="2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8" name="그림 97">
            <a:extLst>
              <a:ext uri="{FF2B5EF4-FFF2-40B4-BE49-F238E27FC236}">
                <a16:creationId xmlns:a16="http://schemas.microsoft.com/office/drawing/2014/main" id="{9B82CC63-F64D-2125-F0A6-35B7CA2583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2221" y="5678535"/>
            <a:ext cx="1280663" cy="648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FB768112-4B0E-D0D4-D516-587E03F31B98}"/>
              </a:ext>
            </a:extLst>
          </p:cNvPr>
          <p:cNvCxnSpPr>
            <a:cxnSpLocks/>
          </p:cNvCxnSpPr>
          <p:nvPr/>
        </p:nvCxnSpPr>
        <p:spPr>
          <a:xfrm>
            <a:off x="6499346" y="5458561"/>
            <a:ext cx="0" cy="2062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그림 58">
            <a:extLst>
              <a:ext uri="{FF2B5EF4-FFF2-40B4-BE49-F238E27FC236}">
                <a16:creationId xmlns:a16="http://schemas.microsoft.com/office/drawing/2014/main" id="{A11C4808-C9D0-E51F-77AD-A345D55C4B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5294" y="4915523"/>
            <a:ext cx="1091173" cy="432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BE8A0C3F-AD47-9C1E-77B3-5856ADC2A3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8073" y="4908117"/>
            <a:ext cx="1164858" cy="432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1922FAAC-2DB8-4C3B-75F2-A41F8BBC8D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96667" y="5786535"/>
            <a:ext cx="1265416" cy="432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99F72202-08C0-9544-58E5-B1054D9BFEF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5294" y="5793018"/>
            <a:ext cx="1254678" cy="432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2A2E7AEA-C879-B194-3F37-897FDC61C5AB}"/>
              </a:ext>
            </a:extLst>
          </p:cNvPr>
          <p:cNvSpPr txBox="1"/>
          <p:nvPr/>
        </p:nvSpPr>
        <p:spPr>
          <a:xfrm>
            <a:off x="8681361" y="4525138"/>
            <a:ext cx="11789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1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음료 선택 후 입력한</a:t>
            </a:r>
            <a:br>
              <a:rPr lang="en-US" altLang="ko-KR" sz="800" dirty="0">
                <a:solidFill>
                  <a:schemeClr val="bg2">
                    <a:lumMod val="1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ko-KR" altLang="en-US" sz="800" dirty="0">
                <a:solidFill>
                  <a:schemeClr val="bg2">
                    <a:lumMod val="1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수량만큼 재고 보충</a:t>
            </a:r>
            <a:endParaRPr lang="en-US" altLang="ko-KR" sz="800" dirty="0">
              <a:solidFill>
                <a:schemeClr val="bg2">
                  <a:lumMod val="1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6CC4A53-C914-FC8D-2E66-D88EE0DA8F4B}"/>
              </a:ext>
            </a:extLst>
          </p:cNvPr>
          <p:cNvSpPr txBox="1"/>
          <p:nvPr/>
        </p:nvSpPr>
        <p:spPr>
          <a:xfrm>
            <a:off x="8909961" y="5418117"/>
            <a:ext cx="11789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1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화폐 선택 후 입력한</a:t>
            </a:r>
            <a:br>
              <a:rPr lang="en-US" altLang="ko-KR" sz="800" dirty="0">
                <a:solidFill>
                  <a:schemeClr val="bg2">
                    <a:lumMod val="1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ko-KR" altLang="en-US" sz="800" dirty="0">
                <a:solidFill>
                  <a:schemeClr val="bg2">
                    <a:lumMod val="1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수량만큼 재고 보충</a:t>
            </a:r>
            <a:endParaRPr lang="en-US" altLang="ko-KR" sz="800" dirty="0">
              <a:solidFill>
                <a:schemeClr val="bg2">
                  <a:lumMod val="1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11" name="그림 110">
            <a:extLst>
              <a:ext uri="{FF2B5EF4-FFF2-40B4-BE49-F238E27FC236}">
                <a16:creationId xmlns:a16="http://schemas.microsoft.com/office/drawing/2014/main" id="{E1A00C27-C383-0993-58C5-54A0DC71B6C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30502" y="1626001"/>
            <a:ext cx="2520000" cy="9622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704D0E61-6444-4A57-2BB3-5B916DFCE7D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39395" y="3814939"/>
            <a:ext cx="2520000" cy="38068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2437449C-172C-B0A2-F527-8BACAE09C87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39395" y="2955018"/>
            <a:ext cx="2520000" cy="53355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E0AD7A53-A268-6F39-0EDF-2D269805B341}"/>
              </a:ext>
            </a:extLst>
          </p:cNvPr>
          <p:cNvCxnSpPr>
            <a:cxnSpLocks/>
          </p:cNvCxnSpPr>
          <p:nvPr/>
        </p:nvCxnSpPr>
        <p:spPr>
          <a:xfrm rot="16200000">
            <a:off x="8909962" y="3104909"/>
            <a:ext cx="0" cy="2819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F38F4ED4-631B-0669-6888-6D5F6C2E0064}"/>
              </a:ext>
            </a:extLst>
          </p:cNvPr>
          <p:cNvCxnSpPr>
            <a:cxnSpLocks/>
          </p:cNvCxnSpPr>
          <p:nvPr/>
        </p:nvCxnSpPr>
        <p:spPr>
          <a:xfrm rot="16200000">
            <a:off x="8900593" y="3891436"/>
            <a:ext cx="0" cy="2819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49F0BA82-F371-5307-FF32-AE369CBBB50F}"/>
              </a:ext>
            </a:extLst>
          </p:cNvPr>
          <p:cNvSpPr txBox="1"/>
          <p:nvPr/>
        </p:nvSpPr>
        <p:spPr>
          <a:xfrm>
            <a:off x="10621369" y="1368583"/>
            <a:ext cx="11789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음료 판매 현황 조회</a:t>
            </a:r>
            <a:endParaRPr lang="en-US" altLang="ko-KR" sz="8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F4C4C9E-85CD-9048-DE37-18C31E6E86CA}"/>
              </a:ext>
            </a:extLst>
          </p:cNvPr>
          <p:cNvSpPr txBox="1"/>
          <p:nvPr/>
        </p:nvSpPr>
        <p:spPr>
          <a:xfrm>
            <a:off x="10648448" y="3561674"/>
            <a:ext cx="11789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음료 재고 보충 목록</a:t>
            </a:r>
            <a:endParaRPr lang="en-US" altLang="ko-KR" sz="8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6C23E0B-DFBA-1118-DFF8-6253B233A96E}"/>
              </a:ext>
            </a:extLst>
          </p:cNvPr>
          <p:cNvSpPr txBox="1"/>
          <p:nvPr/>
        </p:nvSpPr>
        <p:spPr>
          <a:xfrm>
            <a:off x="10648447" y="2700267"/>
            <a:ext cx="11789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화폐 재고 보충 목록</a:t>
            </a:r>
            <a:endParaRPr lang="en-US" altLang="ko-KR" sz="8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6" name="설명선: 아래쪽 화살표 125">
            <a:extLst>
              <a:ext uri="{FF2B5EF4-FFF2-40B4-BE49-F238E27FC236}">
                <a16:creationId xmlns:a16="http://schemas.microsoft.com/office/drawing/2014/main" id="{800DDECE-6455-2768-0E71-C915294B9BC8}"/>
              </a:ext>
            </a:extLst>
          </p:cNvPr>
          <p:cNvSpPr/>
          <p:nvPr/>
        </p:nvSpPr>
        <p:spPr>
          <a:xfrm>
            <a:off x="7765477" y="3632693"/>
            <a:ext cx="782596" cy="455165"/>
          </a:xfrm>
          <a:prstGeom prst="downArrowCallout">
            <a:avLst>
              <a:gd name="adj1" fmla="val 18304"/>
              <a:gd name="adj2" fmla="val 19420"/>
              <a:gd name="adj3" fmla="val 21652"/>
              <a:gd name="adj4" fmla="val 5939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rgbClr val="0000FF"/>
                </a:solidFill>
              </a:rPr>
              <a:t>클릭 시 실시간 </a:t>
            </a:r>
            <a:br>
              <a:rPr lang="en-US" altLang="ko-KR" sz="700" b="1" dirty="0">
                <a:solidFill>
                  <a:srgbClr val="0000FF"/>
                </a:solidFill>
              </a:rPr>
            </a:br>
            <a:r>
              <a:rPr lang="ko-KR" altLang="en-US" sz="700" b="1" dirty="0">
                <a:solidFill>
                  <a:srgbClr val="0000FF"/>
                </a:solidFill>
              </a:rPr>
              <a:t>재고 현황 반영</a:t>
            </a:r>
          </a:p>
        </p:txBody>
      </p:sp>
      <p:pic>
        <p:nvPicPr>
          <p:cNvPr id="127" name="Picture 2" descr="Python and SQLite3. Introduction: | by Sailaja Karra | Medium">
            <a:extLst>
              <a:ext uri="{FF2B5EF4-FFF2-40B4-BE49-F238E27FC236}">
                <a16:creationId xmlns:a16="http://schemas.microsoft.com/office/drawing/2014/main" id="{5C93F721-DBF1-8718-3E59-B7AB27E9AF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21857"/>
          <a:stretch>
            <a:fillRect/>
          </a:stretch>
        </p:blipFill>
        <p:spPr bwMode="auto">
          <a:xfrm>
            <a:off x="10474975" y="5036671"/>
            <a:ext cx="1171181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72BCF7E1-D39E-B4AC-D7D5-947423E1BE93}"/>
              </a:ext>
            </a:extLst>
          </p:cNvPr>
          <p:cNvSpPr txBox="1"/>
          <p:nvPr/>
        </p:nvSpPr>
        <p:spPr>
          <a:xfrm>
            <a:off x="10458588" y="5734271"/>
            <a:ext cx="1591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음료 및 화폐 보충 이력을 </a:t>
            </a:r>
            <a:endParaRPr lang="en-US" altLang="ko-KR" sz="8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DB</a:t>
            </a:r>
            <a:r>
              <a:rPr lang="ko-KR" altLang="en-US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에 저장 후 </a:t>
            </a:r>
            <a:r>
              <a:rPr lang="en-US" altLang="ko-KR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log</a:t>
            </a:r>
            <a:r>
              <a:rPr lang="ko-KR" altLang="en-US" sz="8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파일에 기록 </a:t>
            </a:r>
          </a:p>
        </p:txBody>
      </p:sp>
      <p:cxnSp>
        <p:nvCxnSpPr>
          <p:cNvPr id="1027" name="연결선: 꺾임 1026">
            <a:extLst>
              <a:ext uri="{FF2B5EF4-FFF2-40B4-BE49-F238E27FC236}">
                <a16:creationId xmlns:a16="http://schemas.microsoft.com/office/drawing/2014/main" id="{43FB6F04-3D01-4E3F-0984-94F2AA664C05}"/>
              </a:ext>
            </a:extLst>
          </p:cNvPr>
          <p:cNvCxnSpPr>
            <a:endCxn id="127" idx="1"/>
          </p:cNvCxnSpPr>
          <p:nvPr/>
        </p:nvCxnSpPr>
        <p:spPr>
          <a:xfrm>
            <a:off x="9833033" y="5122642"/>
            <a:ext cx="641942" cy="274029"/>
          </a:xfrm>
          <a:prstGeom prst="bentConnector3">
            <a:avLst>
              <a:gd name="adj1" fmla="val 6028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연결선: 꺾임 1030">
            <a:extLst>
              <a:ext uri="{FF2B5EF4-FFF2-40B4-BE49-F238E27FC236}">
                <a16:creationId xmlns:a16="http://schemas.microsoft.com/office/drawing/2014/main" id="{2E4E82B6-EC1E-6F79-0445-245146EABE2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43656" y="5622056"/>
            <a:ext cx="605864" cy="155094"/>
          </a:xfrm>
          <a:prstGeom prst="bentConnector3">
            <a:avLst>
              <a:gd name="adj1" fmla="val 2260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496E517-9E53-2870-4430-394BDFE8AB1D}"/>
              </a:ext>
            </a:extLst>
          </p:cNvPr>
          <p:cNvSpPr txBox="1"/>
          <p:nvPr/>
        </p:nvSpPr>
        <p:spPr>
          <a:xfrm>
            <a:off x="3241040" y="1353195"/>
            <a:ext cx="17524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• 관리자 </a:t>
            </a:r>
            <a:r>
              <a:rPr lang="en-US" altLang="ko-KR" sz="9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P/W : 2022158067</a:t>
            </a:r>
            <a:endParaRPr lang="ko-KR" altLang="en-US" sz="9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171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BFE3D-3E00-A43D-00F2-DF3E56E93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A4CDAD-DCA2-68BC-D6D3-FC72CA64C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437" y="2166534"/>
            <a:ext cx="3483777" cy="4196571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AB94F5E-13A3-43EA-6D89-7FA825BE4853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51A2876-4C65-7B56-10DB-0F847C51617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tx1">
                    <a:lumMod val="75000"/>
                    <a:lumOff val="25000"/>
                  </a:schemeClr>
                </a:solidFill>
              </a:rPr>
              <a:t>&gt;&gt;</a:t>
            </a:r>
            <a:endParaRPr lang="ko-KR" altLang="en-US" sz="32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4FE507-0B61-B72F-8A9D-4BEE2B881002}"/>
              </a:ext>
            </a:extLst>
          </p:cNvPr>
          <p:cNvSpPr txBox="1"/>
          <p:nvPr/>
        </p:nvSpPr>
        <p:spPr>
          <a:xfrm>
            <a:off x="1779156" y="423744"/>
            <a:ext cx="9065302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개발 방법 및 환경 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(</a:t>
            </a:r>
            <a:r>
              <a:rPr lang="ko-KR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클래스 구조와 객체지향 설계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)</a:t>
            </a:r>
            <a:endParaRPr lang="ko-KR" sz="30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C00F96-3352-3B47-9F69-90C7C2554DB5}"/>
              </a:ext>
            </a:extLst>
          </p:cNvPr>
          <p:cNvSpPr txBox="1"/>
          <p:nvPr/>
        </p:nvSpPr>
        <p:spPr>
          <a:xfrm>
            <a:off x="267629" y="531465"/>
            <a:ext cx="80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3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794966-B1E4-C74D-8106-7D4175491DEC}"/>
              </a:ext>
            </a:extLst>
          </p:cNvPr>
          <p:cNvSpPr/>
          <p:nvPr/>
        </p:nvSpPr>
        <p:spPr>
          <a:xfrm>
            <a:off x="9975273" y="6629400"/>
            <a:ext cx="221672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3EFEA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356830D-7446-EF07-6C91-9DD32B9ECF62}"/>
              </a:ext>
            </a:extLst>
          </p:cNvPr>
          <p:cNvCxnSpPr/>
          <p:nvPr/>
        </p:nvCxnSpPr>
        <p:spPr>
          <a:xfrm>
            <a:off x="267628" y="1008519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E3D3A936-7A7F-DF81-D145-EF9105D6192C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68323BF-4B6D-F3B2-0395-7CACF7C35B36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38606D8A-08A8-3B9A-E1B2-BD95D86B7FF9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741A3D-2254-003B-162A-A8C89216A21B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B2D978-289B-42C0-FF0C-D828C00F68B6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08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9D19898-D1CB-88D9-A2D3-929EC7AACFF9}"/>
              </a:ext>
            </a:extLst>
          </p:cNvPr>
          <p:cNvGrpSpPr/>
          <p:nvPr/>
        </p:nvGrpSpPr>
        <p:grpSpPr>
          <a:xfrm>
            <a:off x="572238" y="2007033"/>
            <a:ext cx="10770419" cy="4090874"/>
            <a:chOff x="176981" y="1198601"/>
            <a:chExt cx="10770419" cy="409087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BAF156-68CC-5E4F-EE50-E85CF965DAA9}"/>
                </a:ext>
              </a:extLst>
            </p:cNvPr>
            <p:cNvSpPr txBox="1"/>
            <p:nvPr/>
          </p:nvSpPr>
          <p:spPr>
            <a:xfrm>
              <a:off x="176981" y="1198601"/>
              <a:ext cx="1948688" cy="3939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500" b="1" dirty="0">
                  <a:ea typeface="HY헤드라인M" panose="02030600000101010101" pitchFamily="18" charset="-127"/>
                </a:rPr>
                <a:t>Class Diagram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CDC0E2-ECC8-8B6A-DC84-87B17535EB29}"/>
                </a:ext>
              </a:extLst>
            </p:cNvPr>
            <p:cNvSpPr txBox="1"/>
            <p:nvPr/>
          </p:nvSpPr>
          <p:spPr>
            <a:xfrm>
              <a:off x="6165804" y="1236488"/>
              <a:ext cx="3124500" cy="39235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ko-KR" altLang="en-US" sz="1500" dirty="0">
                  <a:ea typeface="HY헤드라인M" panose="02030600000101010101" pitchFamily="18" charset="-127"/>
                </a:rPr>
                <a:t>각 클래스별 책임 요약 리스트</a:t>
              </a:r>
              <a:endParaRPr lang="en-US" altLang="ko-KR" sz="1500" dirty="0">
                <a:ea typeface="HY헤드라인M" panose="02030600000101010101" pitchFamily="18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8B3F298-FF50-65DD-0B39-F0944A4F86F0}"/>
                </a:ext>
              </a:extLst>
            </p:cNvPr>
            <p:cNvSpPr txBox="1"/>
            <p:nvPr/>
          </p:nvSpPr>
          <p:spPr>
            <a:xfrm>
              <a:off x="6431642" y="1637103"/>
              <a:ext cx="1188359" cy="34573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300" b="1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① </a:t>
              </a:r>
              <a:r>
                <a:rPr lang="en-US" altLang="ko-KR" sz="1300" dirty="0" err="1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UserView</a:t>
              </a:r>
              <a:endParaRPr lang="en-US" altLang="ko-KR" sz="13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EDD7A3-C1A8-8E63-194E-30E8E02F4C89}"/>
                </a:ext>
              </a:extLst>
            </p:cNvPr>
            <p:cNvSpPr txBox="1"/>
            <p:nvPr/>
          </p:nvSpPr>
          <p:spPr>
            <a:xfrm>
              <a:off x="7371690" y="1656596"/>
              <a:ext cx="2449892" cy="326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사용자 인터페이스</a:t>
              </a: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(UI)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구성</a:t>
              </a:r>
              <a:endPara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46B08D1-3AF9-7D8F-319E-53E0B0DC3400}"/>
                </a:ext>
              </a:extLst>
            </p:cNvPr>
            <p:cNvSpPr txBox="1"/>
            <p:nvPr/>
          </p:nvSpPr>
          <p:spPr>
            <a:xfrm>
              <a:off x="7504464" y="1942155"/>
              <a:ext cx="2837569" cy="33476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음료 선택</a:t>
              </a: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금액 투입</a:t>
              </a: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구매 처리 담당</a:t>
              </a:r>
              <a:endPara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574DE41-742A-EA0D-DF6E-EE70FEA0F1FA}"/>
                </a:ext>
              </a:extLst>
            </p:cNvPr>
            <p:cNvSpPr txBox="1"/>
            <p:nvPr/>
          </p:nvSpPr>
          <p:spPr>
            <a:xfrm>
              <a:off x="6343650" y="2384375"/>
              <a:ext cx="1276351" cy="34573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300" b="1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② </a:t>
              </a:r>
              <a:r>
                <a:rPr lang="en-US" altLang="ko-KR" sz="1300" dirty="0" err="1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AdminView</a:t>
              </a:r>
              <a:endParaRPr lang="en-US" altLang="ko-KR" sz="13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1A2BC1-31DB-CDB7-5574-35CAD1B2D016}"/>
                </a:ext>
              </a:extLst>
            </p:cNvPr>
            <p:cNvSpPr txBox="1"/>
            <p:nvPr/>
          </p:nvSpPr>
          <p:spPr>
            <a:xfrm>
              <a:off x="7371690" y="2403868"/>
              <a:ext cx="2449892" cy="326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관리자 로그인 및 기능 제공</a:t>
              </a:r>
              <a:endPara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49AB098-6FD2-5975-6BE7-BD91D7DE5001}"/>
                </a:ext>
              </a:extLst>
            </p:cNvPr>
            <p:cNvSpPr txBox="1"/>
            <p:nvPr/>
          </p:nvSpPr>
          <p:spPr>
            <a:xfrm>
              <a:off x="7396514" y="2689427"/>
              <a:ext cx="2837569" cy="33476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재고 및 화폐 보충</a:t>
              </a: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로그 조회 처리</a:t>
              </a:r>
              <a:endPara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734697-48F0-A959-711B-28134F8B58FB}"/>
                </a:ext>
              </a:extLst>
            </p:cNvPr>
            <p:cNvSpPr txBox="1"/>
            <p:nvPr/>
          </p:nvSpPr>
          <p:spPr>
            <a:xfrm>
              <a:off x="6756504" y="3155268"/>
              <a:ext cx="863497" cy="34573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300" b="1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③ </a:t>
              </a:r>
              <a:r>
                <a:rPr lang="en-US" altLang="ko-KR" sz="13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Drink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44AD371-8FDB-74E2-4D48-B394360DD006}"/>
                </a:ext>
              </a:extLst>
            </p:cNvPr>
            <p:cNvSpPr txBox="1"/>
            <p:nvPr/>
          </p:nvSpPr>
          <p:spPr>
            <a:xfrm>
              <a:off x="7371690" y="3175431"/>
              <a:ext cx="3143910" cy="326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SQLite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기반 음료 재고 조회</a:t>
              </a: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/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감소</a:t>
              </a: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/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보충</a:t>
              </a:r>
              <a:endPara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93C4CE3-4701-011F-9796-0E05C3310E96}"/>
                </a:ext>
              </a:extLst>
            </p:cNvPr>
            <p:cNvSpPr txBox="1"/>
            <p:nvPr/>
          </p:nvSpPr>
          <p:spPr>
            <a:xfrm>
              <a:off x="7447314" y="3460990"/>
              <a:ext cx="2837569" cy="33476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inventory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테이블 연동 모델 클래스</a:t>
              </a:r>
              <a:endPara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83F4190-A437-0446-F38A-50DB9EC382F2}"/>
                </a:ext>
              </a:extLst>
            </p:cNvPr>
            <p:cNvSpPr txBox="1"/>
            <p:nvPr/>
          </p:nvSpPr>
          <p:spPr>
            <a:xfrm>
              <a:off x="6096000" y="3926416"/>
              <a:ext cx="1524001" cy="34573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300" b="1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④ </a:t>
              </a:r>
              <a:r>
                <a:rPr lang="en-US" altLang="ko-KR" sz="1300" dirty="0" err="1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CashManager</a:t>
              </a:r>
              <a:endParaRPr lang="en-US" altLang="ko-KR" sz="13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97EBADC-531C-B9F4-293C-21D61C45C627}"/>
                </a:ext>
              </a:extLst>
            </p:cNvPr>
            <p:cNvSpPr txBox="1"/>
            <p:nvPr/>
          </p:nvSpPr>
          <p:spPr>
            <a:xfrm>
              <a:off x="7371690" y="3946579"/>
              <a:ext cx="3575710" cy="326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화폐 단위별 시재 조회</a:t>
              </a: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금액 계산</a:t>
              </a: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잔돈 반환</a:t>
              </a:r>
              <a:endPara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560D0BB-AFB0-4E60-47A9-ACEAF850F906}"/>
                </a:ext>
              </a:extLst>
            </p:cNvPr>
            <p:cNvSpPr txBox="1"/>
            <p:nvPr/>
          </p:nvSpPr>
          <p:spPr>
            <a:xfrm>
              <a:off x="7430380" y="4232138"/>
              <a:ext cx="2527959" cy="326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Cash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테이블 연동 모델 클래스</a:t>
              </a:r>
              <a:endPara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3AC7730-A531-5CAF-39D7-E789E82E125A}"/>
                </a:ext>
              </a:extLst>
            </p:cNvPr>
            <p:cNvSpPr txBox="1"/>
            <p:nvPr/>
          </p:nvSpPr>
          <p:spPr>
            <a:xfrm>
              <a:off x="5943600" y="4657509"/>
              <a:ext cx="1676401" cy="34573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300" b="1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⑤ </a:t>
              </a:r>
              <a:r>
                <a:rPr lang="en-US" altLang="ko-KR" sz="1300" dirty="0" err="1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log_transaction</a:t>
              </a:r>
              <a:endParaRPr lang="en-US" altLang="ko-KR" sz="13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8C34789-EA84-6CF4-B100-00CB6CB5A04A}"/>
                </a:ext>
              </a:extLst>
            </p:cNvPr>
            <p:cNvSpPr txBox="1"/>
            <p:nvPr/>
          </p:nvSpPr>
          <p:spPr>
            <a:xfrm>
              <a:off x="7456458" y="4678310"/>
              <a:ext cx="3343013" cy="326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사용자</a:t>
              </a: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구매 및 관리자 보충 이력 로그 기록</a:t>
              </a:r>
              <a:endPara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EDBD0D-0A59-C664-0854-2FE65CC241F2}"/>
                </a:ext>
              </a:extLst>
            </p:cNvPr>
            <p:cNvSpPr txBox="1"/>
            <p:nvPr/>
          </p:nvSpPr>
          <p:spPr>
            <a:xfrm>
              <a:off x="7412092" y="4963232"/>
              <a:ext cx="2803703" cy="326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- 3</a:t>
              </a:r>
              <a:r>
                <a:rPr lang="ko-KR" altLang="en-US" sz="12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가지 로그 모두 텍스트 파일 기반</a:t>
              </a:r>
              <a:endPara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1A2E84D-7A92-5D83-65E1-EA7918617DDD}"/>
              </a:ext>
            </a:extLst>
          </p:cNvPr>
          <p:cNvSpPr txBox="1"/>
          <p:nvPr/>
        </p:nvSpPr>
        <p:spPr>
          <a:xfrm>
            <a:off x="670560" y="1559841"/>
            <a:ext cx="7525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500" b="1" dirty="0">
                <a:solidFill>
                  <a:srgbClr val="0000FF"/>
                </a:solidFill>
              </a:rPr>
              <a:t>아래의 구조는 캡슐화, 책임 분리, 모듈 간 협업 중심의 객체지향 설계 원칙을 적용</a:t>
            </a:r>
          </a:p>
        </p:txBody>
      </p:sp>
    </p:spTree>
    <p:extLst>
      <p:ext uri="{BB962C8B-B14F-4D97-AF65-F5344CB8AC3E}">
        <p14:creationId xmlns:p14="http://schemas.microsoft.com/office/powerpoint/2010/main" val="2078152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866F0-6FD6-6A12-39C4-423FEBC45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B28EADD-A092-4AC8-26B1-884B1E9642D9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292CCC-E9C6-AFFB-555E-0686245AD690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tx1">
                    <a:lumMod val="75000"/>
                    <a:lumOff val="25000"/>
                  </a:schemeClr>
                </a:solidFill>
              </a:rPr>
              <a:t>&gt;&gt;</a:t>
            </a:r>
            <a:endParaRPr lang="ko-KR" altLang="en-US" sz="32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CA06EF-A99F-D9DA-6E48-395D38863545}"/>
              </a:ext>
            </a:extLst>
          </p:cNvPr>
          <p:cNvSpPr txBox="1"/>
          <p:nvPr/>
        </p:nvSpPr>
        <p:spPr>
          <a:xfrm>
            <a:off x="1779156" y="423744"/>
            <a:ext cx="558358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개발 방법 및 환경 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(</a:t>
            </a:r>
            <a:r>
              <a:rPr lang="ko-KR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예외 처리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)</a:t>
            </a:r>
            <a:endParaRPr lang="ko-KR" sz="30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36C4E3-BFEA-7CBE-B6F1-7F71C50271F6}"/>
              </a:ext>
            </a:extLst>
          </p:cNvPr>
          <p:cNvSpPr txBox="1"/>
          <p:nvPr/>
        </p:nvSpPr>
        <p:spPr>
          <a:xfrm>
            <a:off x="267629" y="531465"/>
            <a:ext cx="80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3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7C03F0-5442-97AB-B0A0-CFAD31BB01E7}"/>
              </a:ext>
            </a:extLst>
          </p:cNvPr>
          <p:cNvSpPr/>
          <p:nvPr/>
        </p:nvSpPr>
        <p:spPr>
          <a:xfrm>
            <a:off x="9975273" y="6629400"/>
            <a:ext cx="221672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3EFEA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BB46F0C-E508-953D-11BF-A8F1C36128E0}"/>
              </a:ext>
            </a:extLst>
          </p:cNvPr>
          <p:cNvCxnSpPr/>
          <p:nvPr/>
        </p:nvCxnSpPr>
        <p:spPr>
          <a:xfrm>
            <a:off x="267628" y="1008519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92FB0031-95BE-7D05-293B-1474EEC4103D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7762A797-227D-3179-BFE9-6315830D837B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FEE79728-6147-53D9-7F44-B64B2ED09056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DB3033-B47E-001E-950F-3B4C242CB1F3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39FF48-2283-69CD-AD71-5530D40BD930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09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CBDBAA2-4CF8-5988-1CAB-0C5CE542012E}"/>
              </a:ext>
            </a:extLst>
          </p:cNvPr>
          <p:cNvSpPr txBox="1"/>
          <p:nvPr/>
        </p:nvSpPr>
        <p:spPr>
          <a:xfrm>
            <a:off x="1019891" y="1698744"/>
            <a:ext cx="3149340" cy="376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1-1.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모듈 호출 실패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 </a:t>
            </a:r>
            <a:r>
              <a:rPr lang="en-US" altLang="ko-KR" sz="14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user_view.py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)</a:t>
            </a:r>
            <a:endParaRPr lang="en-US" altLang="ko-KR" sz="14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B17E3FD-179F-0766-D04D-EF710214D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91" y="2129348"/>
            <a:ext cx="4185634" cy="1083559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8F6ECA7-CF42-7963-8D9D-C219302C3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891" y="3726568"/>
            <a:ext cx="4175439" cy="2124346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381396E-177A-59E4-0545-E68FD352F475}"/>
              </a:ext>
            </a:extLst>
          </p:cNvPr>
          <p:cNvSpPr txBox="1"/>
          <p:nvPr/>
        </p:nvSpPr>
        <p:spPr>
          <a:xfrm>
            <a:off x="1019891" y="3295085"/>
            <a:ext cx="3339664" cy="365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1-2.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모듈 호출 실패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 </a:t>
            </a:r>
            <a:r>
              <a:rPr lang="en-US" altLang="ko-KR" sz="14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admin_panel.py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)</a:t>
            </a:r>
            <a:endParaRPr lang="en-US" altLang="ko-KR" sz="14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F974A3-89C9-30EE-71C8-B9D8F0179D89}"/>
              </a:ext>
            </a:extLst>
          </p:cNvPr>
          <p:cNvSpPr txBox="1"/>
          <p:nvPr/>
        </p:nvSpPr>
        <p:spPr>
          <a:xfrm>
            <a:off x="900728" y="5902910"/>
            <a:ext cx="3209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00FF"/>
                </a:solidFill>
              </a:rPr>
              <a:t>외부 모듈 호출에 실패할  경우 에러 방지를 </a:t>
            </a:r>
            <a:br>
              <a:rPr lang="en-US" altLang="ko-KR" sz="1200" b="1" dirty="0">
                <a:solidFill>
                  <a:srgbClr val="0000FF"/>
                </a:solidFill>
              </a:rPr>
            </a:br>
            <a:r>
              <a:rPr lang="ko-KR" altLang="en-US" sz="1200" b="1" dirty="0">
                <a:solidFill>
                  <a:srgbClr val="0000FF"/>
                </a:solidFill>
              </a:rPr>
              <a:t>위해 오류 메세지를 출력 후 종료 처리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6C59AE-843E-351A-58D3-B45F705B5A1F}"/>
              </a:ext>
            </a:extLst>
          </p:cNvPr>
          <p:cNvSpPr txBox="1"/>
          <p:nvPr/>
        </p:nvSpPr>
        <p:spPr>
          <a:xfrm>
            <a:off x="5995583" y="1758013"/>
            <a:ext cx="5353333" cy="376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관리자 음료 보충 시 입력 오류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 </a:t>
            </a:r>
            <a:r>
              <a:rPr lang="en-US" altLang="ko-KR" sz="1400" dirty="0" err="1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AdminView.refill_prompt</a:t>
            </a:r>
            <a:r>
              <a:rPr lang="en-US" altLang="ko-KR" sz="14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()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)</a:t>
            </a:r>
            <a:endParaRPr lang="en-US" altLang="ko-KR" sz="14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D5E0FA-73DA-C973-6088-DA39DD517155}"/>
              </a:ext>
            </a:extLst>
          </p:cNvPr>
          <p:cNvSpPr txBox="1"/>
          <p:nvPr/>
        </p:nvSpPr>
        <p:spPr>
          <a:xfrm>
            <a:off x="5995583" y="3614610"/>
            <a:ext cx="4041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00FF"/>
                </a:solidFill>
              </a:rPr>
              <a:t>숫자가 아닌 값이 입력되거나 창 강제 종료 시 오류 안내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34DD68-5C7B-EC0D-5774-9309CFE9E7F6}"/>
              </a:ext>
            </a:extLst>
          </p:cNvPr>
          <p:cNvSpPr txBox="1"/>
          <p:nvPr/>
        </p:nvSpPr>
        <p:spPr>
          <a:xfrm>
            <a:off x="5995583" y="3982418"/>
            <a:ext cx="5073164" cy="3768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３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관리자 화폐 보충 시 입력 오류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 </a:t>
            </a:r>
            <a:r>
              <a:rPr lang="en-US" altLang="ko-KR" sz="1400" dirty="0" err="1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AdminView.add_cash</a:t>
            </a:r>
            <a:r>
              <a:rPr lang="en-US" altLang="ko-KR" sz="14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()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)</a:t>
            </a:r>
            <a:endParaRPr lang="en-US" altLang="ko-KR" sz="14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24828C-E4CB-9A44-C66F-9ECD9D7C9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367549"/>
            <a:ext cx="5152499" cy="1481932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A4ED819-1A6C-821F-9E17-5A6BB5854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160294"/>
            <a:ext cx="5152500" cy="1440000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8AB6BE-C75B-5CB1-2BD8-916749BCEF5C}"/>
              </a:ext>
            </a:extLst>
          </p:cNvPr>
          <p:cNvSpPr txBox="1"/>
          <p:nvPr/>
        </p:nvSpPr>
        <p:spPr>
          <a:xfrm>
            <a:off x="5995583" y="5883064"/>
            <a:ext cx="4041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00FF"/>
                </a:solidFill>
              </a:rPr>
              <a:t>숫자가 아닌 값이 입력되거나 창 강제 종료 시 오류 안내</a:t>
            </a:r>
          </a:p>
        </p:txBody>
      </p:sp>
    </p:spTree>
    <p:extLst>
      <p:ext uri="{BB962C8B-B14F-4D97-AF65-F5344CB8AC3E}">
        <p14:creationId xmlns:p14="http://schemas.microsoft.com/office/powerpoint/2010/main" val="1447963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ABEB7-B16E-2C94-4CE5-D0C729506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E56EE89-A901-62D7-9356-8AA0D61C966F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AF3BF80-885E-0895-B1AE-68323DF9A111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tx1">
                    <a:lumMod val="75000"/>
                    <a:lumOff val="25000"/>
                  </a:schemeClr>
                </a:solidFill>
              </a:rPr>
              <a:t>&gt;&gt;</a:t>
            </a:r>
            <a:endParaRPr lang="ko-KR" altLang="en-US" sz="32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D7346E-DC9C-94E2-6B9E-4463B94F845F}"/>
              </a:ext>
            </a:extLst>
          </p:cNvPr>
          <p:cNvSpPr txBox="1"/>
          <p:nvPr/>
        </p:nvSpPr>
        <p:spPr>
          <a:xfrm>
            <a:off x="1779156" y="423744"/>
            <a:ext cx="558358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개발 방법 및 환경 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(</a:t>
            </a:r>
            <a:r>
              <a:rPr lang="ko-KR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예외 처리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)</a:t>
            </a:r>
            <a:endParaRPr lang="ko-KR" sz="30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3564E6-878C-2A0E-038A-171573F8B203}"/>
              </a:ext>
            </a:extLst>
          </p:cNvPr>
          <p:cNvSpPr txBox="1"/>
          <p:nvPr/>
        </p:nvSpPr>
        <p:spPr>
          <a:xfrm>
            <a:off x="267629" y="531465"/>
            <a:ext cx="80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3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5BA674-638C-9767-A199-073A2A5EA8E8}"/>
              </a:ext>
            </a:extLst>
          </p:cNvPr>
          <p:cNvSpPr/>
          <p:nvPr/>
        </p:nvSpPr>
        <p:spPr>
          <a:xfrm>
            <a:off x="9975273" y="6629400"/>
            <a:ext cx="221672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3EFEA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2C64343-ED75-89D5-9048-57285185FE6B}"/>
              </a:ext>
            </a:extLst>
          </p:cNvPr>
          <p:cNvCxnSpPr/>
          <p:nvPr/>
        </p:nvCxnSpPr>
        <p:spPr>
          <a:xfrm>
            <a:off x="267628" y="1008519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A2EDDDA7-08E1-66C4-B436-AAA4DBDFB57E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8751881-9E7A-80E9-B1A9-ADF5B03A9021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D4FB770-FB96-0084-8D6E-DBCC6DA49EAA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EDFB90-1951-1D5D-ABB3-7A34A97278F2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CE0975F-1F9D-6D5A-19C4-AB2228B38176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10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DB037FD-D53B-C0A1-D529-0EA186A8A29C}"/>
              </a:ext>
            </a:extLst>
          </p:cNvPr>
          <p:cNvSpPr txBox="1"/>
          <p:nvPr/>
        </p:nvSpPr>
        <p:spPr>
          <a:xfrm>
            <a:off x="486491" y="1391571"/>
            <a:ext cx="5353333" cy="3746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잔돈 반환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DB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갱신 오류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 </a:t>
            </a:r>
            <a:r>
              <a:rPr lang="en-US" altLang="ko-KR" sz="1400" dirty="0" err="1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cashManager.return_change</a:t>
            </a:r>
            <a:r>
              <a:rPr lang="en-US" altLang="ko-KR" sz="14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()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)</a:t>
            </a:r>
            <a:endParaRPr lang="en-US" altLang="ko-KR" sz="14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8CEC1E-CC45-2549-5FFE-9408FBC93414}"/>
              </a:ext>
            </a:extLst>
          </p:cNvPr>
          <p:cNvSpPr txBox="1"/>
          <p:nvPr/>
        </p:nvSpPr>
        <p:spPr>
          <a:xfrm>
            <a:off x="6952317" y="1385452"/>
            <a:ext cx="3741084" cy="376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로그 기록 실패 처리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 </a:t>
            </a:r>
            <a:r>
              <a:rPr lang="en-US" altLang="ko-KR" sz="1400" dirty="0" err="1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log_transaction</a:t>
            </a:r>
            <a:r>
              <a:rPr lang="en-US" altLang="ko-KR" sz="14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()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)</a:t>
            </a:r>
            <a:endParaRPr lang="en-US" altLang="ko-KR" sz="14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D4CBDE-94AE-1E6E-305C-F71E0A754B90}"/>
              </a:ext>
            </a:extLst>
          </p:cNvPr>
          <p:cNvSpPr txBox="1"/>
          <p:nvPr/>
        </p:nvSpPr>
        <p:spPr>
          <a:xfrm>
            <a:off x="621957" y="3514197"/>
            <a:ext cx="4401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00FF"/>
                </a:solidFill>
              </a:rPr>
              <a:t>잔돈 계산 후 </a:t>
            </a:r>
            <a:r>
              <a:rPr lang="en-US" altLang="ko-KR" sz="1200" b="1" dirty="0">
                <a:solidFill>
                  <a:srgbClr val="0000FF"/>
                </a:solidFill>
              </a:rPr>
              <a:t>DB </a:t>
            </a:r>
            <a:r>
              <a:rPr lang="ko-KR" altLang="en-US" sz="1200" b="1" dirty="0">
                <a:solidFill>
                  <a:srgbClr val="0000FF"/>
                </a:solidFill>
              </a:rPr>
              <a:t>갱신 중 오류 발생 시 거래 취소 </a:t>
            </a:r>
            <a:r>
              <a:rPr lang="en-US" altLang="ko-KR" sz="1200" b="1" dirty="0">
                <a:solidFill>
                  <a:srgbClr val="0000FF"/>
                </a:solidFill>
              </a:rPr>
              <a:t>None </a:t>
            </a:r>
            <a:r>
              <a:rPr lang="ko-KR" altLang="en-US" sz="1200" b="1" dirty="0">
                <a:solidFill>
                  <a:srgbClr val="0000FF"/>
                </a:solidFill>
              </a:rPr>
              <a:t>반환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868C8A-CA3F-F29C-EA1E-2275157A1C20}"/>
              </a:ext>
            </a:extLst>
          </p:cNvPr>
          <p:cNvSpPr txBox="1"/>
          <p:nvPr/>
        </p:nvSpPr>
        <p:spPr>
          <a:xfrm>
            <a:off x="621957" y="6032087"/>
            <a:ext cx="44517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00FF"/>
                </a:solidFill>
              </a:rPr>
              <a:t>현금 투입 내용을 실제 </a:t>
            </a:r>
            <a:r>
              <a:rPr lang="en-US" altLang="ko-KR" sz="1200" b="1" dirty="0">
                <a:solidFill>
                  <a:srgbClr val="0000FF"/>
                </a:solidFill>
              </a:rPr>
              <a:t>DB</a:t>
            </a:r>
            <a:r>
              <a:rPr lang="ko-KR" altLang="en-US" sz="1200" b="1" dirty="0">
                <a:solidFill>
                  <a:srgbClr val="0000FF"/>
                </a:solidFill>
              </a:rPr>
              <a:t>에 반영하는 중 오류 발생 대비 처리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F2435DC-F7FB-88B9-291F-498CF070B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58" y="1797280"/>
            <a:ext cx="5231723" cy="1676373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5392010-8F12-95DD-4891-D71D681ED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18" y="4372281"/>
            <a:ext cx="5527082" cy="1625248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BF6104D-100A-80F7-BE81-C52F9AD45ED9}"/>
              </a:ext>
            </a:extLst>
          </p:cNvPr>
          <p:cNvSpPr txBox="1"/>
          <p:nvPr/>
        </p:nvSpPr>
        <p:spPr>
          <a:xfrm>
            <a:off x="570102" y="3972558"/>
            <a:ext cx="5527081" cy="365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현금 보충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DB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갱신 오류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 </a:t>
            </a:r>
            <a:r>
              <a:rPr lang="en-US" altLang="ko-KR" sz="1400" dirty="0" err="1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cashManager.update_cash_stock</a:t>
            </a:r>
            <a:r>
              <a:rPr lang="en-US" altLang="ko-KR" sz="14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()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)</a:t>
            </a:r>
            <a:endParaRPr lang="en-US" altLang="ko-KR" sz="14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84F35674-79DC-9DC8-9DE8-AC647780C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425" y="1797281"/>
            <a:ext cx="4401484" cy="4215981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7B8A6A2-7401-3CD1-0AF6-CA8A8F769CD0}"/>
              </a:ext>
            </a:extLst>
          </p:cNvPr>
          <p:cNvSpPr txBox="1"/>
          <p:nvPr/>
        </p:nvSpPr>
        <p:spPr>
          <a:xfrm>
            <a:off x="6952317" y="6050653"/>
            <a:ext cx="30504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00FF"/>
                </a:solidFill>
              </a:rPr>
              <a:t>로그 파일이 없거나 디스크 오류 발생 시 </a:t>
            </a:r>
            <a:br>
              <a:rPr lang="en-US" altLang="ko-KR" sz="1200" b="1" dirty="0">
                <a:solidFill>
                  <a:srgbClr val="0000FF"/>
                </a:solidFill>
              </a:rPr>
            </a:br>
            <a:r>
              <a:rPr lang="ko-KR" altLang="en-US" sz="1200" b="1" dirty="0">
                <a:solidFill>
                  <a:srgbClr val="0000FF"/>
                </a:solidFill>
              </a:rPr>
              <a:t>로그 기록 실패를 무시하고 프로그램 유지</a:t>
            </a:r>
          </a:p>
        </p:txBody>
      </p:sp>
    </p:spTree>
    <p:extLst>
      <p:ext uri="{BB962C8B-B14F-4D97-AF65-F5344CB8AC3E}">
        <p14:creationId xmlns:p14="http://schemas.microsoft.com/office/powerpoint/2010/main" val="296111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26D8E-FAF3-A5BF-7510-FFF642A2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4AF9115-2531-34BC-4176-BB7DC6C926C5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5CA154-9501-C335-106C-2DC2FDEE0D9E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tx1">
                    <a:lumMod val="75000"/>
                    <a:lumOff val="25000"/>
                  </a:schemeClr>
                </a:solidFill>
              </a:rPr>
              <a:t>&gt;&gt;</a:t>
            </a:r>
            <a:endParaRPr lang="ko-KR" altLang="en-US" sz="32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01983F-A435-FBCD-080A-BD868A21849A}"/>
              </a:ext>
            </a:extLst>
          </p:cNvPr>
          <p:cNvSpPr txBox="1"/>
          <p:nvPr/>
        </p:nvSpPr>
        <p:spPr>
          <a:xfrm>
            <a:off x="1779156" y="423744"/>
            <a:ext cx="6009915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개발 방법 및 환경 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(DB SQLite3)</a:t>
            </a:r>
            <a:endParaRPr lang="ko-KR" sz="30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6F099-A9C4-BDD9-F92B-F60C67D69812}"/>
              </a:ext>
            </a:extLst>
          </p:cNvPr>
          <p:cNvSpPr txBox="1"/>
          <p:nvPr/>
        </p:nvSpPr>
        <p:spPr>
          <a:xfrm>
            <a:off x="267629" y="531465"/>
            <a:ext cx="80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3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F8F0D5-F77F-CA5A-6CDE-700B9518DCF6}"/>
              </a:ext>
            </a:extLst>
          </p:cNvPr>
          <p:cNvSpPr/>
          <p:nvPr/>
        </p:nvSpPr>
        <p:spPr>
          <a:xfrm>
            <a:off x="9975273" y="6629400"/>
            <a:ext cx="221672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3EFEA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D129E29-DBA1-40CB-325E-9456EF8CA7B8}"/>
              </a:ext>
            </a:extLst>
          </p:cNvPr>
          <p:cNvCxnSpPr/>
          <p:nvPr/>
        </p:nvCxnSpPr>
        <p:spPr>
          <a:xfrm>
            <a:off x="267628" y="1008519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F77A7C9F-A18A-DC20-05A8-712833C10559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E15EFFD-B455-79CD-20B6-6D9B8F56EAAD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1197ED0A-833E-598D-0C92-934B93C62C42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E49D8F-E2B5-8244-FA63-F3FBDA74957B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4E4192-0649-0921-FCDC-D3959182B256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11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B59E3C5-3FBD-A9F5-73FA-C8A4537C48BF}"/>
              </a:ext>
            </a:extLst>
          </p:cNvPr>
          <p:cNvSpPr txBox="1"/>
          <p:nvPr/>
        </p:nvSpPr>
        <p:spPr>
          <a:xfrm>
            <a:off x="160121" y="1559841"/>
            <a:ext cx="4058077" cy="3847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자판기 프로젝트에 사용된 </a:t>
            </a:r>
            <a:r>
              <a:rPr lang="en-US" altLang="ko-KR" sz="1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SQLite3 </a:t>
            </a:r>
            <a:r>
              <a:rPr lang="ko-KR" altLang="en-US" sz="15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쿼리문</a:t>
            </a:r>
            <a:endParaRPr lang="en-US" altLang="ko-KR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CF97CA-A3A7-B7BC-4D8A-8850B3721531}"/>
              </a:ext>
            </a:extLst>
          </p:cNvPr>
          <p:cNvSpPr txBox="1"/>
          <p:nvPr/>
        </p:nvSpPr>
        <p:spPr>
          <a:xfrm>
            <a:off x="418601" y="2061392"/>
            <a:ext cx="1588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음료 재고 테이블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47F415-59CF-BBD1-C00D-65A76E80B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824" y="4314718"/>
            <a:ext cx="2967270" cy="931020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D550A3E-516B-8425-BBC1-9C7427589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34" y="4314717"/>
            <a:ext cx="3405567" cy="1878934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086CAB7-A9E0-6FC7-430F-2D0EA2055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4314" y="2434857"/>
            <a:ext cx="3178825" cy="1384226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7EDE606-F3D6-FAD1-9989-CD1FAEC86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5901" y="2414753"/>
            <a:ext cx="2388925" cy="1364123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62E3300-BAD8-98F8-9B3A-4235034362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334" y="2414753"/>
            <a:ext cx="2946079" cy="1384228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AA7A4FF-BD3C-3669-170A-DD27F7528894}"/>
              </a:ext>
            </a:extLst>
          </p:cNvPr>
          <p:cNvSpPr txBox="1"/>
          <p:nvPr/>
        </p:nvSpPr>
        <p:spPr>
          <a:xfrm>
            <a:off x="3824434" y="2069089"/>
            <a:ext cx="1588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화폐 재고 테이블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D9968E-7EA4-9F90-E417-24F7F89B36D8}"/>
              </a:ext>
            </a:extLst>
          </p:cNvPr>
          <p:cNvSpPr txBox="1"/>
          <p:nvPr/>
        </p:nvSpPr>
        <p:spPr>
          <a:xfrm>
            <a:off x="6652301" y="2090178"/>
            <a:ext cx="1774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입출금 로그 테이블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3B1A46-A567-837D-141D-AC513B837993}"/>
              </a:ext>
            </a:extLst>
          </p:cNvPr>
          <p:cNvSpPr txBox="1"/>
          <p:nvPr/>
        </p:nvSpPr>
        <p:spPr>
          <a:xfrm>
            <a:off x="418600" y="3964419"/>
            <a:ext cx="29460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00FF"/>
                </a:solidFill>
              </a:rPr>
              <a:t>10</a:t>
            </a:r>
            <a:r>
              <a:rPr lang="ko-KR" altLang="en-US" sz="1400" b="1" dirty="0">
                <a:solidFill>
                  <a:srgbClr val="0000FF"/>
                </a:solidFill>
              </a:rPr>
              <a:t>가지 음료의 초기 데이터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C4DDB8-55AD-971E-38B7-B31AF6D0569A}"/>
              </a:ext>
            </a:extLst>
          </p:cNvPr>
          <p:cNvSpPr txBox="1"/>
          <p:nvPr/>
        </p:nvSpPr>
        <p:spPr>
          <a:xfrm>
            <a:off x="4259623" y="3959120"/>
            <a:ext cx="29460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초기 화폐 데이터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D4CE87-86BF-8946-B628-58DF1112E31F}"/>
              </a:ext>
            </a:extLst>
          </p:cNvPr>
          <p:cNvSpPr txBox="1"/>
          <p:nvPr/>
        </p:nvSpPr>
        <p:spPr>
          <a:xfrm>
            <a:off x="7543081" y="4266594"/>
            <a:ext cx="3178825" cy="3847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프로젝트에 사용된 </a:t>
            </a:r>
            <a:r>
              <a:rPr lang="en-US" altLang="ko-KR" sz="1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DB </a:t>
            </a:r>
            <a:r>
              <a:rPr lang="ko-KR" altLang="en-US" sz="1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파일명</a:t>
            </a:r>
            <a:endParaRPr lang="en-US" altLang="ko-KR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07DD0062-722A-4B0D-CC93-E8860DCBCD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8677" y="4734859"/>
            <a:ext cx="2404567" cy="933580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039A9143-1C24-6FCE-00A4-83B75550ADF6}"/>
              </a:ext>
            </a:extLst>
          </p:cNvPr>
          <p:cNvSpPr txBox="1"/>
          <p:nvPr/>
        </p:nvSpPr>
        <p:spPr>
          <a:xfrm>
            <a:off x="7814471" y="5705052"/>
            <a:ext cx="4242808" cy="5606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vending.sqlite3 :</a:t>
            </a:r>
            <a:r>
              <a:rPr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프로그램 실행 중 사용되는 </a:t>
            </a:r>
            <a:r>
              <a:rPr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SQLite DB</a:t>
            </a:r>
            <a:r>
              <a:rPr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파일</a:t>
            </a:r>
            <a:endParaRPr lang="en-US" altLang="ko-KR" sz="11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i</a:t>
            </a:r>
            <a:r>
              <a:rPr lang="en-US" altLang="ko-KR" sz="1100" dirty="0" err="1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nit_schema.sql</a:t>
            </a:r>
            <a:r>
              <a:rPr lang="en-US" altLang="ko-KR" sz="11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:</a:t>
            </a:r>
            <a:r>
              <a:rPr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DB </a:t>
            </a:r>
            <a:r>
              <a:rPr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테이블 구조 및 초기 데이터 삽입 스크립트</a:t>
            </a:r>
            <a:endParaRPr lang="en-US" altLang="ko-KR" sz="11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970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D99E9-9DA6-BF68-F168-EB64268A2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954D285-4CFA-704E-8B1F-520271D8AD16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CE4D86-FF1C-D984-ED4D-0BAF155F6A4F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tx1">
                    <a:lumMod val="75000"/>
                    <a:lumOff val="25000"/>
                  </a:schemeClr>
                </a:solidFill>
              </a:rPr>
              <a:t>&gt;&gt;</a:t>
            </a:r>
            <a:endParaRPr lang="ko-KR" altLang="en-US" sz="32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5FA247-02AE-1A12-BEF1-ECD28D8AE659}"/>
              </a:ext>
            </a:extLst>
          </p:cNvPr>
          <p:cNvSpPr txBox="1"/>
          <p:nvPr/>
        </p:nvSpPr>
        <p:spPr>
          <a:xfrm>
            <a:off x="1779156" y="423744"/>
            <a:ext cx="390042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프로젝트 수행 소감</a:t>
            </a:r>
            <a:endParaRPr lang="ko-KR" sz="30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4F2BDF-F73A-5B14-525D-B2D137C9A889}"/>
              </a:ext>
            </a:extLst>
          </p:cNvPr>
          <p:cNvSpPr txBox="1"/>
          <p:nvPr/>
        </p:nvSpPr>
        <p:spPr>
          <a:xfrm>
            <a:off x="267629" y="531465"/>
            <a:ext cx="80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 4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DE53557-9FBF-E3F5-1705-26FC9286A689}"/>
              </a:ext>
            </a:extLst>
          </p:cNvPr>
          <p:cNvSpPr/>
          <p:nvPr/>
        </p:nvSpPr>
        <p:spPr>
          <a:xfrm>
            <a:off x="9975273" y="6629400"/>
            <a:ext cx="221672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F3EFEA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09F199C-00B9-39F9-0A0C-9142876DB5FB}"/>
              </a:ext>
            </a:extLst>
          </p:cNvPr>
          <p:cNvCxnSpPr/>
          <p:nvPr/>
        </p:nvCxnSpPr>
        <p:spPr>
          <a:xfrm>
            <a:off x="267628" y="1008519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F3996B-71D3-6654-F86A-AE55543BBE3A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45A2840-0143-D9CB-B2C3-2D3F55ACC5FF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1DF0D038-B92B-887C-1519-ADF47F7FEC19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1CEAE6-1C65-1193-A4DB-E561771C6478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5E4F646-EE22-AD0E-C0A0-D290ABC1FB10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12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D835E9B-EE9C-F492-5AAC-1B5CA0D0748F}"/>
              </a:ext>
            </a:extLst>
          </p:cNvPr>
          <p:cNvGrpSpPr/>
          <p:nvPr/>
        </p:nvGrpSpPr>
        <p:grpSpPr>
          <a:xfrm>
            <a:off x="974344" y="2059911"/>
            <a:ext cx="4623084" cy="3496607"/>
            <a:chOff x="1073491" y="1850534"/>
            <a:chExt cx="4623084" cy="349660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9408B64-7B9D-9CAA-6E08-096CF1D96EE6}"/>
                </a:ext>
              </a:extLst>
            </p:cNvPr>
            <p:cNvSpPr txBox="1"/>
            <p:nvPr/>
          </p:nvSpPr>
          <p:spPr>
            <a:xfrm>
              <a:off x="1073491" y="1850534"/>
              <a:ext cx="4243975" cy="44319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ko-KR" altLang="en-US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타 언어 대비 우수한 </a:t>
              </a:r>
              <a:r>
                <a:rPr lang="ko-KR" altLang="en-US" dirty="0" err="1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파이썬의</a:t>
              </a:r>
              <a:r>
                <a:rPr lang="ko-KR" altLang="en-US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장점</a:t>
              </a:r>
              <a:endParaRPr lang="en-US" altLang="ko-KR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B5C8C2-6D5D-A627-40E1-CF4841D96948}"/>
                </a:ext>
              </a:extLst>
            </p:cNvPr>
            <p:cNvSpPr txBox="1"/>
            <p:nvPr/>
          </p:nvSpPr>
          <p:spPr>
            <a:xfrm>
              <a:off x="1452600" y="2387933"/>
              <a:ext cx="4243975" cy="2959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b="1" dirty="0" err="1">
                  <a:latin typeface="+mn-ea"/>
                </a:rPr>
                <a:t>파이썬은</a:t>
              </a:r>
              <a:r>
                <a:rPr lang="ko-KR" altLang="en-US" sz="1400" b="1" dirty="0">
                  <a:latin typeface="+mn-ea"/>
                </a:rPr>
                <a:t> 타 언어 특히 </a:t>
              </a:r>
              <a:r>
                <a:rPr lang="en-US" altLang="ko-KR" sz="1400" b="1" dirty="0">
                  <a:latin typeface="+mn-ea"/>
                </a:rPr>
                <a:t>C</a:t>
              </a:r>
              <a:r>
                <a:rPr lang="ko-KR" altLang="en-US" sz="1400" b="1" dirty="0">
                  <a:latin typeface="+mn-ea"/>
                </a:rPr>
                <a:t>언어 대비 정말 편리하고 </a:t>
              </a:r>
              <a:br>
                <a:rPr lang="en-US" altLang="ko-KR" sz="1400" b="1" dirty="0">
                  <a:latin typeface="+mn-ea"/>
                </a:rPr>
              </a:br>
              <a:r>
                <a:rPr lang="ko-KR" altLang="en-US" sz="1400" b="1" dirty="0">
                  <a:latin typeface="+mn-ea"/>
                </a:rPr>
                <a:t>프로그래밍 언어를 처음 접하는 학습자에게 좋은</a:t>
              </a:r>
              <a:br>
                <a:rPr lang="en-US" altLang="ko-KR" sz="1400" b="1" dirty="0">
                  <a:latin typeface="+mn-ea"/>
                </a:rPr>
              </a:br>
              <a:r>
                <a:rPr lang="ko-KR" altLang="en-US" sz="1400" b="1" dirty="0">
                  <a:latin typeface="+mn-ea"/>
                </a:rPr>
                <a:t>활용 분야가 다양한 언어라는 생각이 들었습니다</a:t>
              </a:r>
              <a:r>
                <a:rPr lang="en-US" altLang="ko-KR" sz="1400" b="1" dirty="0">
                  <a:latin typeface="+mn-ea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400" b="1" dirty="0">
                  <a:latin typeface="+mn-ea"/>
                </a:rPr>
                <a:t>위와 같은 생각을 </a:t>
              </a:r>
              <a:r>
                <a:rPr lang="ko-KR" altLang="en-US" sz="1400" b="1" dirty="0" err="1">
                  <a:latin typeface="+mn-ea"/>
                </a:rPr>
                <a:t>하게된</a:t>
              </a:r>
              <a:r>
                <a:rPr lang="ko-KR" altLang="en-US" sz="1400" b="1" dirty="0">
                  <a:latin typeface="+mn-ea"/>
                </a:rPr>
                <a:t> 다양한 이유가 있지만 </a:t>
              </a:r>
              <a:endParaRPr lang="en-US" altLang="ko-KR" sz="1400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b="1" dirty="0">
                  <a:latin typeface="+mn-ea"/>
                </a:rPr>
                <a:t>가장 유용하다고 생각한 </a:t>
              </a:r>
              <a:r>
                <a:rPr lang="ko-KR" altLang="en-US" sz="1400" b="1" dirty="0" err="1">
                  <a:latin typeface="+mn-ea"/>
                </a:rPr>
                <a:t>파이썬의</a:t>
              </a:r>
              <a:r>
                <a:rPr lang="ko-KR" altLang="en-US" sz="1400" b="1" dirty="0">
                  <a:latin typeface="+mn-ea"/>
                </a:rPr>
                <a:t> 기능은 리스트를 정렬할 때 </a:t>
              </a:r>
              <a:r>
                <a:rPr lang="en-US" altLang="ko-KR" sz="1400" b="1" dirty="0">
                  <a:latin typeface="+mn-ea"/>
                </a:rPr>
                <a:t>.sort()</a:t>
              </a:r>
              <a:r>
                <a:rPr lang="ko-KR" altLang="en-US" sz="1400" b="1" dirty="0">
                  <a:latin typeface="+mn-ea"/>
                </a:rPr>
                <a:t> 함수 한 번이면 정렬이 완료되는 것이 시간 복잡도와 메모리 사용 효율을 고려해 </a:t>
              </a:r>
              <a:endParaRPr lang="en-US" altLang="ko-KR" sz="1400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b="1" dirty="0">
                  <a:latin typeface="+mn-ea"/>
                </a:rPr>
                <a:t>복잡한 정렬 알고리즘을 직접 구현해야 하는 </a:t>
              </a:r>
              <a:endParaRPr lang="en-US" altLang="ko-KR" sz="1400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b="1" dirty="0">
                  <a:latin typeface="+mn-ea"/>
                </a:rPr>
                <a:t>C</a:t>
              </a:r>
              <a:r>
                <a:rPr lang="ko-KR" altLang="en-US" sz="1400" b="1" dirty="0">
                  <a:latin typeface="+mn-ea"/>
                </a:rPr>
                <a:t>언어에 비해 매우 편리하다고 생각했습니다</a:t>
              </a:r>
              <a:r>
                <a:rPr lang="en-US" altLang="ko-KR" sz="1400" b="1" dirty="0">
                  <a:latin typeface="+mn-ea"/>
                </a:rPr>
                <a:t>.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4BB1765-24F4-8B9E-DAD0-A7CF8A0AECC0}"/>
              </a:ext>
            </a:extLst>
          </p:cNvPr>
          <p:cNvGrpSpPr/>
          <p:nvPr/>
        </p:nvGrpSpPr>
        <p:grpSpPr>
          <a:xfrm>
            <a:off x="6090860" y="2029710"/>
            <a:ext cx="5089369" cy="3819771"/>
            <a:chOff x="5696575" y="1850534"/>
            <a:chExt cx="5089369" cy="381977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C5A0AB-2119-9C91-FACB-93F0A83BA926}"/>
                </a:ext>
              </a:extLst>
            </p:cNvPr>
            <p:cNvSpPr txBox="1"/>
            <p:nvPr/>
          </p:nvSpPr>
          <p:spPr>
            <a:xfrm>
              <a:off x="5696575" y="1850534"/>
              <a:ext cx="5089369" cy="44319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dirty="0" err="1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tkinter</a:t>
              </a:r>
              <a:r>
                <a:rPr lang="en-US" altLang="ko-KR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GUI &amp; </a:t>
              </a:r>
              <a:r>
                <a:rPr lang="en-US" altLang="ko-KR" dirty="0" err="1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sqlite</a:t>
              </a:r>
              <a:r>
                <a:rPr lang="en-US" altLang="ko-KR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사용 프로젝트 수행</a:t>
              </a:r>
              <a:endParaRPr lang="en-US" altLang="ko-KR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4D3AC1-FFF4-DD1D-EFA2-78E5B1129D21}"/>
                </a:ext>
              </a:extLst>
            </p:cNvPr>
            <p:cNvSpPr txBox="1"/>
            <p:nvPr/>
          </p:nvSpPr>
          <p:spPr>
            <a:xfrm>
              <a:off x="6119271" y="2387932"/>
              <a:ext cx="4666673" cy="32823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b="1" dirty="0">
                  <a:latin typeface="+mn-ea"/>
                </a:rPr>
                <a:t>작은 규모의 단기간에 완성할 수 있는 프로젝트지만</a:t>
              </a:r>
              <a:endParaRPr lang="en-US" altLang="ko-KR" sz="1400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b="1" dirty="0">
                  <a:latin typeface="+mn-ea"/>
                </a:rPr>
                <a:t>기초 프로그래밍 능력</a:t>
              </a:r>
              <a:r>
                <a:rPr lang="en-US" altLang="ko-KR" sz="1400" b="1" dirty="0">
                  <a:latin typeface="+mn-ea"/>
                </a:rPr>
                <a:t>, </a:t>
              </a:r>
              <a:r>
                <a:rPr lang="ko-KR" altLang="en-US" sz="1400" b="1" dirty="0">
                  <a:latin typeface="+mn-ea"/>
                </a:rPr>
                <a:t>객체지향 및 </a:t>
              </a:r>
              <a:r>
                <a:rPr lang="en-US" altLang="ko-KR" sz="1400" b="1" dirty="0">
                  <a:latin typeface="+mn-ea"/>
                </a:rPr>
                <a:t>DB</a:t>
              </a:r>
              <a:r>
                <a:rPr lang="ko-KR" altLang="en-US" sz="1400" b="1" dirty="0">
                  <a:latin typeface="+mn-ea"/>
                </a:rPr>
                <a:t>에 대한 개념이</a:t>
              </a:r>
              <a:endParaRPr lang="en-US" altLang="ko-KR" sz="1400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b="1" dirty="0">
                  <a:latin typeface="+mn-ea"/>
                </a:rPr>
                <a:t>부족한 </a:t>
              </a:r>
              <a:r>
                <a:rPr lang="en-US" altLang="ko-KR" sz="1400" b="1" dirty="0">
                  <a:latin typeface="+mn-ea"/>
                </a:rPr>
                <a:t>1</a:t>
              </a:r>
              <a:r>
                <a:rPr lang="ko-KR" altLang="en-US" sz="1400" b="1" dirty="0">
                  <a:latin typeface="+mn-ea"/>
                </a:rPr>
                <a:t>학년 첫 학기의 새내기 학생들이 수행하기엔 </a:t>
              </a:r>
              <a:endParaRPr lang="en-US" altLang="ko-KR" sz="1400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b="1" dirty="0">
                  <a:latin typeface="+mn-ea"/>
                </a:rPr>
                <a:t>난이도가 꽤 높은 개인 프로젝트라는 생각이 들었습니다</a:t>
              </a:r>
              <a:r>
                <a:rPr lang="en-US" altLang="ko-KR" sz="1400" b="1" dirty="0">
                  <a:latin typeface="+mn-ea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400" b="1" dirty="0">
                  <a:latin typeface="+mn-ea"/>
                </a:rPr>
                <a:t>정보처리 자격증의 실기 시험 출제 수준의 간단한 로직  </a:t>
              </a:r>
              <a:endParaRPr lang="en-US" altLang="ko-KR" sz="1400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b="1" dirty="0">
                  <a:latin typeface="+mn-ea"/>
                </a:rPr>
                <a:t>외에는 파이썬 언어를 접해본 경험이 없어 부족한 </a:t>
              </a:r>
              <a:endParaRPr lang="en-US" altLang="ko-KR" sz="1400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b="1" dirty="0">
                  <a:latin typeface="+mn-ea"/>
                </a:rPr>
                <a:t>지식으로</a:t>
              </a:r>
              <a:r>
                <a:rPr lang="en-US" altLang="ko-KR" sz="1400" b="1" dirty="0">
                  <a:latin typeface="+mn-ea"/>
                </a:rPr>
                <a:t> </a:t>
              </a:r>
              <a:r>
                <a:rPr lang="ko-KR" altLang="en-US" sz="1400" b="1" dirty="0">
                  <a:latin typeface="+mn-ea"/>
                </a:rPr>
                <a:t>시험 기간에 꽤나 많은 시간을 투자해야 했고 생각대로 원하는 기능이 잘 수행되지 않는 어려움이 있었지만</a:t>
              </a:r>
              <a:r>
                <a:rPr lang="en-US" altLang="ko-KR" sz="1400" b="1" dirty="0">
                  <a:latin typeface="+mn-ea"/>
                </a:rPr>
                <a:t> </a:t>
              </a:r>
              <a:r>
                <a:rPr lang="ko-KR" altLang="en-US" sz="1400" b="1" dirty="0">
                  <a:latin typeface="+mn-ea"/>
                </a:rPr>
                <a:t>새롭게 배운 언어를 사용해 프로젝트 수행 </a:t>
              </a:r>
              <a:endParaRPr lang="en-US" altLang="ko-KR" sz="1400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b="1" dirty="0">
                  <a:latin typeface="+mn-ea"/>
                </a:rPr>
                <a:t>경험을 추가할 수 있어서 좋았습니다</a:t>
              </a:r>
              <a:r>
                <a:rPr lang="en-US" altLang="ko-KR" sz="1400" b="1" dirty="0">
                  <a:latin typeface="+mn-ea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4312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rgbClr val="1758A7"/>
            </a:gs>
            <a:gs pos="70000">
              <a:schemeClr val="accent1">
                <a:lumMod val="45000"/>
                <a:lumOff val="55000"/>
              </a:schemeClr>
            </a:gs>
            <a:gs pos="8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812DDD4C-2AE3-D3CE-DCED-0D4AA95EF774}"/>
              </a:ext>
            </a:extLst>
          </p:cNvPr>
          <p:cNvGrpSpPr/>
          <p:nvPr/>
        </p:nvGrpSpPr>
        <p:grpSpPr>
          <a:xfrm>
            <a:off x="133810" y="5191657"/>
            <a:ext cx="11924371" cy="978142"/>
            <a:chOff x="133814" y="3037737"/>
            <a:chExt cx="11924371" cy="97814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965BAC-5BB6-B49B-ADAE-5D91C092993D}"/>
                </a:ext>
              </a:extLst>
            </p:cNvPr>
            <p:cNvSpPr txBox="1"/>
            <p:nvPr/>
          </p:nvSpPr>
          <p:spPr>
            <a:xfrm>
              <a:off x="4400663" y="3037737"/>
              <a:ext cx="3558988" cy="861774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ko-KR" altLang="en-US" sz="5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ea typeface="+mn-lt"/>
                  <a:cs typeface="+mn-lt"/>
                </a:rPr>
                <a:t>감사합니다</a:t>
              </a:r>
              <a:r>
                <a:rPr lang="en-US" altLang="ko-KR" sz="5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ea typeface="+mn-lt"/>
                  <a:cs typeface="+mn-lt"/>
                </a:rPr>
                <a:t>.</a:t>
              </a:r>
              <a:endParaRPr lang="ko-KR" sz="5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ea typeface="+mn-lt"/>
                <a:cs typeface="+mn-lt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B7D47A5-515B-FA2D-8356-C2CCE7958AB7}"/>
                </a:ext>
              </a:extLst>
            </p:cNvPr>
            <p:cNvCxnSpPr/>
            <p:nvPr/>
          </p:nvCxnSpPr>
          <p:spPr>
            <a:xfrm>
              <a:off x="133814" y="4015879"/>
              <a:ext cx="11924371" cy="0"/>
            </a:xfrm>
            <a:prstGeom prst="line">
              <a:avLst/>
            </a:prstGeom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_x146907456">
            <a:extLst>
              <a:ext uri="{FF2B5EF4-FFF2-40B4-BE49-F238E27FC236}">
                <a16:creationId xmlns:a16="http://schemas.microsoft.com/office/drawing/2014/main" id="{76FE262C-CA8B-F8C3-837F-B530771DB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726" y="2169000"/>
            <a:ext cx="2518537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D96D52-D884-5177-476B-1685E41CDAB6}"/>
              </a:ext>
            </a:extLst>
          </p:cNvPr>
          <p:cNvSpPr txBox="1"/>
          <p:nvPr/>
        </p:nvSpPr>
        <p:spPr>
          <a:xfrm>
            <a:off x="64008" y="6169799"/>
            <a:ext cx="2624328" cy="3723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latin typeface="+mn-ea"/>
              </a:rPr>
              <a:t>한국공학대학교 컴퓨터공학부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C63ED7-28C4-41DF-64B7-7E031C8FB2E7}"/>
              </a:ext>
            </a:extLst>
          </p:cNvPr>
          <p:cNvSpPr txBox="1"/>
          <p:nvPr/>
        </p:nvSpPr>
        <p:spPr>
          <a:xfrm>
            <a:off x="9872179" y="6173984"/>
            <a:ext cx="2319821" cy="3723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 dirty="0">
                <a:latin typeface="+mn-ea"/>
              </a:rPr>
              <a:t>25-1 </a:t>
            </a:r>
            <a:r>
              <a:rPr lang="ko-KR" altLang="en-US" sz="1400" b="1" dirty="0">
                <a:latin typeface="+mn-ea"/>
              </a:rPr>
              <a:t>파이썬 프로그래밍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63417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2986</TotalTime>
  <Words>1026</Words>
  <Application>Microsoft Office PowerPoint</Application>
  <PresentationFormat>와이드스크린</PresentationFormat>
  <Paragraphs>178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HY헤드라인M</vt:lpstr>
      <vt:lpstr>맑은 고딕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김지우(2022158067)</dc:creator>
  <cp:lastModifiedBy>지우 김</cp:lastModifiedBy>
  <cp:revision>75</cp:revision>
  <cp:lastPrinted>2025-06-08T15:25:21Z</cp:lastPrinted>
  <dcterms:created xsi:type="dcterms:W3CDTF">2024-10-09T18:01:32Z</dcterms:created>
  <dcterms:modified xsi:type="dcterms:W3CDTF">2025-06-09T05:49:25Z</dcterms:modified>
</cp:coreProperties>
</file>